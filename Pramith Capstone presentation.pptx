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6" r:id="rId5"/>
    <p:sldId id="259" r:id="rId6"/>
    <p:sldId id="263" r:id="rId7"/>
    <p:sldId id="260" r:id="rId8"/>
    <p:sldId id="274" r:id="rId9"/>
    <p:sldId id="269" r:id="rId10"/>
    <p:sldId id="267" r:id="rId11"/>
    <p:sldId id="273" r:id="rId12"/>
    <p:sldId id="275" r:id="rId13"/>
    <p:sldId id="270" r:id="rId14"/>
    <p:sldId id="268" r:id="rId15"/>
    <p:sldId id="271" r:id="rId16"/>
    <p:sldId id="261" r:id="rId17"/>
    <p:sldId id="262" r:id="rId18"/>
    <p:sldId id="272" r:id="rId19"/>
    <p:sldId id="264" r:id="rId20"/>
    <p:sldId id="26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214" autoAdjust="0"/>
  </p:normalViewPr>
  <p:slideViewPr>
    <p:cSldViewPr snapToGrid="0" snapToObjects="1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SALAPATI CHANDU" userId="8d9bb1eba7fe80f5" providerId="LiveId" clId="{91D38B67-7D88-4B2D-9C75-7DD20C00E92F}"/>
    <pc:docChg chg="undo custSel addSld modSld sldOrd">
      <pc:chgData name="PUSALAPATI CHANDU" userId="8d9bb1eba7fe80f5" providerId="LiveId" clId="{91D38B67-7D88-4B2D-9C75-7DD20C00E92F}" dt="2026-08-28T08:55:19.418" v="640" actId="20577"/>
      <pc:docMkLst>
        <pc:docMk/>
      </pc:docMkLst>
      <pc:sldChg chg="modSp mod">
        <pc:chgData name="PUSALAPATI CHANDU" userId="8d9bb1eba7fe80f5" providerId="LiveId" clId="{91D38B67-7D88-4B2D-9C75-7DD20C00E92F}" dt="2026-08-28T08:52:56.309" v="626" actId="1036"/>
        <pc:sldMkLst>
          <pc:docMk/>
          <pc:sldMk cId="0" sldId="256"/>
        </pc:sldMkLst>
        <pc:spChg chg="mod">
          <ac:chgData name="PUSALAPATI CHANDU" userId="8d9bb1eba7fe80f5" providerId="LiveId" clId="{91D38B67-7D88-4B2D-9C75-7DD20C00E92F}" dt="2026-08-28T08:52:56.309" v="626" actId="1036"/>
          <ac:spMkLst>
            <pc:docMk/>
            <pc:sldMk cId="0" sldId="256"/>
            <ac:spMk id="203" creationId="{00000000-0000-0000-0000-000000000000}"/>
          </ac:spMkLst>
        </pc:spChg>
        <pc:spChg chg="mod">
          <ac:chgData name="PUSALAPATI CHANDU" userId="8d9bb1eba7fe80f5" providerId="LiveId" clId="{91D38B67-7D88-4B2D-9C75-7DD20C00E92F}" dt="2026-08-19T08:44:15.466" v="310" actId="20577"/>
          <ac:spMkLst>
            <pc:docMk/>
            <pc:sldMk cId="0" sldId="256"/>
            <ac:spMk id="272" creationId="{00000000-0000-0000-0000-000000000000}"/>
          </ac:spMkLst>
        </pc:spChg>
        <pc:spChg chg="mod">
          <ac:chgData name="PUSALAPATI CHANDU" userId="8d9bb1eba7fe80f5" providerId="LiveId" clId="{91D38B67-7D88-4B2D-9C75-7DD20C00E92F}" dt="2026-08-28T08:52:17.441" v="624" actId="1076"/>
          <ac:spMkLst>
            <pc:docMk/>
            <pc:sldMk cId="0" sldId="256"/>
            <ac:spMk id="277" creationId="{00000000-0000-0000-0000-000000000000}"/>
          </ac:spMkLst>
        </pc:spChg>
        <pc:spChg chg="mod">
          <ac:chgData name="PUSALAPATI CHANDU" userId="8d9bb1eba7fe80f5" providerId="LiveId" clId="{91D38B67-7D88-4B2D-9C75-7DD20C00E92F}" dt="2026-08-28T08:52:13.945" v="623" actId="1076"/>
          <ac:spMkLst>
            <pc:docMk/>
            <pc:sldMk cId="0" sldId="256"/>
            <ac:spMk id="279" creationId="{00000000-0000-0000-0000-000000000000}"/>
          </ac:spMkLst>
        </pc:spChg>
        <pc:spChg chg="mod">
          <ac:chgData name="PUSALAPATI CHANDU" userId="8d9bb1eba7fe80f5" providerId="LiveId" clId="{91D38B67-7D88-4B2D-9C75-7DD20C00E92F}" dt="2026-08-28T08:52:10.721" v="622" actId="1076"/>
          <ac:spMkLst>
            <pc:docMk/>
            <pc:sldMk cId="0" sldId="256"/>
            <ac:spMk id="281" creationId="{00000000-0000-0000-0000-000000000000}"/>
          </ac:spMkLst>
        </pc:spChg>
        <pc:spChg chg="mod">
          <ac:chgData name="PUSALAPATI CHANDU" userId="8d9bb1eba7fe80f5" providerId="LiveId" clId="{91D38B67-7D88-4B2D-9C75-7DD20C00E92F}" dt="2026-08-03T05:08:45.376" v="189" actId="1076"/>
          <ac:spMkLst>
            <pc:docMk/>
            <pc:sldMk cId="0" sldId="256"/>
            <ac:spMk id="283" creationId="{00000000-0000-0000-0000-000000000000}"/>
          </ac:spMkLst>
        </pc:spChg>
        <pc:spChg chg="mod">
          <ac:chgData name="PUSALAPATI CHANDU" userId="8d9bb1eba7fe80f5" providerId="LiveId" clId="{91D38B67-7D88-4B2D-9C75-7DD20C00E92F}" dt="2026-08-03T05:07:33.840" v="98"/>
          <ac:spMkLst>
            <pc:docMk/>
            <pc:sldMk cId="0" sldId="256"/>
            <ac:spMk id="285" creationId="{00000000-0000-0000-0000-000000000000}"/>
          </ac:spMkLst>
        </pc:spChg>
      </pc:sldChg>
      <pc:sldChg chg="delSp modSp mod">
        <pc:chgData name="PUSALAPATI CHANDU" userId="8d9bb1eba7fe80f5" providerId="LiveId" clId="{91D38B67-7D88-4B2D-9C75-7DD20C00E92F}" dt="2026-08-19T08:57:16" v="452" actId="478"/>
        <pc:sldMkLst>
          <pc:docMk/>
          <pc:sldMk cId="0" sldId="257"/>
        </pc:sldMkLst>
        <pc:spChg chg="mod">
          <ac:chgData name="PUSALAPATI CHANDU" userId="8d9bb1eba7fe80f5" providerId="LiveId" clId="{91D38B67-7D88-4B2D-9C75-7DD20C00E92F}" dt="2026-08-03T05:22:46.206" v="220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PUSALAPATI CHANDU" userId="8d9bb1eba7fe80f5" providerId="LiveId" clId="{91D38B67-7D88-4B2D-9C75-7DD20C00E92F}" dt="2026-08-03T05:24:22.054" v="300" actId="20577"/>
          <ac:spMkLst>
            <pc:docMk/>
            <pc:sldMk cId="0" sldId="257"/>
            <ac:spMk id="17" creationId="{00000000-0000-0000-0000-000000000000}"/>
          </ac:spMkLst>
        </pc:spChg>
        <pc:spChg chg="mod">
          <ac:chgData name="PUSALAPATI CHANDU" userId="8d9bb1eba7fe80f5" providerId="LiveId" clId="{91D38B67-7D88-4B2D-9C75-7DD20C00E92F}" dt="2026-08-03T05:23:53.171" v="278" actId="20577"/>
          <ac:spMkLst>
            <pc:docMk/>
            <pc:sldMk cId="0" sldId="257"/>
            <ac:spMk id="20" creationId="{00000000-0000-0000-0000-000000000000}"/>
          </ac:spMkLst>
        </pc:spChg>
      </pc:sldChg>
      <pc:sldChg chg="delSp mod">
        <pc:chgData name="PUSALAPATI CHANDU" userId="8d9bb1eba7fe80f5" providerId="LiveId" clId="{91D38B67-7D88-4B2D-9C75-7DD20C00E92F}" dt="2026-08-19T08:57:23.670" v="454" actId="478"/>
        <pc:sldMkLst>
          <pc:docMk/>
          <pc:sldMk cId="0" sldId="258"/>
        </pc:sldMkLst>
      </pc:sldChg>
      <pc:sldChg chg="delSp mod">
        <pc:chgData name="PUSALAPATI CHANDU" userId="8d9bb1eba7fe80f5" providerId="LiveId" clId="{91D38B67-7D88-4B2D-9C75-7DD20C00E92F}" dt="2026-08-19T08:57:46.556" v="458" actId="478"/>
        <pc:sldMkLst>
          <pc:docMk/>
          <pc:sldMk cId="0" sldId="259"/>
        </pc:sldMkLst>
      </pc:sldChg>
      <pc:sldChg chg="addSp delSp modSp mod">
        <pc:chgData name="PUSALAPATI CHANDU" userId="8d9bb1eba7fe80f5" providerId="LiveId" clId="{91D38B67-7D88-4B2D-9C75-7DD20C00E92F}" dt="2026-08-19T09:11:38.369" v="478" actId="1076"/>
        <pc:sldMkLst>
          <pc:docMk/>
          <pc:sldMk cId="0" sldId="260"/>
        </pc:sldMkLst>
        <pc:spChg chg="mod">
          <ac:chgData name="PUSALAPATI CHANDU" userId="8d9bb1eba7fe80f5" providerId="LiveId" clId="{91D38B67-7D88-4B2D-9C75-7DD20C00E92F}" dt="2026-08-19T08:53:01.165" v="322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PUSALAPATI CHANDU" userId="8d9bb1eba7fe80f5" providerId="LiveId" clId="{91D38B67-7D88-4B2D-9C75-7DD20C00E92F}" dt="2026-08-19T09:11:06.812" v="474" actId="14100"/>
          <ac:spMkLst>
            <pc:docMk/>
            <pc:sldMk cId="0" sldId="260"/>
            <ac:spMk id="6" creationId="{00000000-0000-0000-0000-000000000000}"/>
          </ac:spMkLst>
        </pc:spChg>
        <pc:spChg chg="mod">
          <ac:chgData name="PUSALAPATI CHANDU" userId="8d9bb1eba7fe80f5" providerId="LiveId" clId="{91D38B67-7D88-4B2D-9C75-7DD20C00E92F}" dt="2026-08-19T09:11:06.812" v="474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PUSALAPATI CHANDU" userId="8d9bb1eba7fe80f5" providerId="LiveId" clId="{91D38B67-7D88-4B2D-9C75-7DD20C00E92F}" dt="2026-08-19T09:11:06.812" v="474" actId="14100"/>
          <ac:spMkLst>
            <pc:docMk/>
            <pc:sldMk cId="0" sldId="260"/>
            <ac:spMk id="8" creationId="{00000000-0000-0000-0000-000000000000}"/>
          </ac:spMkLst>
        </pc:spChg>
        <pc:spChg chg="mod">
          <ac:chgData name="PUSALAPATI CHANDU" userId="8d9bb1eba7fe80f5" providerId="LiveId" clId="{91D38B67-7D88-4B2D-9C75-7DD20C00E92F}" dt="2026-08-19T09:11:06.812" v="474" actId="1410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PUSALAPATI CHANDU" userId="8d9bb1eba7fe80f5" providerId="LiveId" clId="{91D38B67-7D88-4B2D-9C75-7DD20C00E92F}" dt="2026-08-19T09:11:06.812" v="474" actId="14100"/>
          <ac:spMkLst>
            <pc:docMk/>
            <pc:sldMk cId="0" sldId="260"/>
            <ac:spMk id="13" creationId="{00000000-0000-0000-0000-000000000000}"/>
          </ac:spMkLst>
        </pc:spChg>
        <pc:spChg chg="mod">
          <ac:chgData name="PUSALAPATI CHANDU" userId="8d9bb1eba7fe80f5" providerId="LiveId" clId="{91D38B67-7D88-4B2D-9C75-7DD20C00E92F}" dt="2026-08-19T09:11:06.812" v="474" actId="1410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PUSALAPATI CHANDU" userId="8d9bb1eba7fe80f5" providerId="LiveId" clId="{91D38B67-7D88-4B2D-9C75-7DD20C00E92F}" dt="2026-08-19T09:11:06.812" v="474" actId="1410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PUSALAPATI CHANDU" userId="8d9bb1eba7fe80f5" providerId="LiveId" clId="{91D38B67-7D88-4B2D-9C75-7DD20C00E92F}" dt="2026-08-19T09:11:06.812" v="474" actId="1410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PUSALAPATI CHANDU" userId="8d9bb1eba7fe80f5" providerId="LiveId" clId="{91D38B67-7D88-4B2D-9C75-7DD20C00E92F}" dt="2026-08-19T09:11:06.812" v="474" actId="14100"/>
          <ac:spMkLst>
            <pc:docMk/>
            <pc:sldMk cId="0" sldId="260"/>
            <ac:spMk id="22" creationId="{00000000-0000-0000-0000-000000000000}"/>
          </ac:spMkLst>
        </pc:spChg>
        <pc:spChg chg="mod">
          <ac:chgData name="PUSALAPATI CHANDU" userId="8d9bb1eba7fe80f5" providerId="LiveId" clId="{91D38B67-7D88-4B2D-9C75-7DD20C00E92F}" dt="2026-08-19T09:11:06.812" v="474" actId="14100"/>
          <ac:spMkLst>
            <pc:docMk/>
            <pc:sldMk cId="0" sldId="260"/>
            <ac:spMk id="24" creationId="{00000000-0000-0000-0000-000000000000}"/>
          </ac:spMkLst>
        </pc:spChg>
        <pc:picChg chg="add mod modCrop">
          <ac:chgData name="PUSALAPATI CHANDU" userId="8d9bb1eba7fe80f5" providerId="LiveId" clId="{91D38B67-7D88-4B2D-9C75-7DD20C00E92F}" dt="2026-08-19T09:11:38.369" v="478" actId="1076"/>
          <ac:picMkLst>
            <pc:docMk/>
            <pc:sldMk cId="0" sldId="260"/>
            <ac:picMk id="5" creationId="{446668DF-04E1-5B9B-429E-14C4DB258087}"/>
          </ac:picMkLst>
        </pc:picChg>
      </pc:sldChg>
      <pc:sldChg chg="delSp mod">
        <pc:chgData name="PUSALAPATI CHANDU" userId="8d9bb1eba7fe80f5" providerId="LiveId" clId="{91D38B67-7D88-4B2D-9C75-7DD20C00E92F}" dt="2026-08-19T08:59:07.161" v="464" actId="478"/>
        <pc:sldMkLst>
          <pc:docMk/>
          <pc:sldMk cId="0" sldId="261"/>
        </pc:sldMkLst>
      </pc:sldChg>
      <pc:sldChg chg="delSp mod">
        <pc:chgData name="PUSALAPATI CHANDU" userId="8d9bb1eba7fe80f5" providerId="LiveId" clId="{91D38B67-7D88-4B2D-9C75-7DD20C00E92F}" dt="2026-08-19T08:59:14.468" v="466" actId="478"/>
        <pc:sldMkLst>
          <pc:docMk/>
          <pc:sldMk cId="0" sldId="262"/>
        </pc:sldMkLst>
      </pc:sldChg>
      <pc:sldChg chg="delSp mod ord">
        <pc:chgData name="PUSALAPATI CHANDU" userId="8d9bb1eba7fe80f5" providerId="LiveId" clId="{91D38B67-7D88-4B2D-9C75-7DD20C00E92F}" dt="2026-08-19T08:58:42.826" v="460" actId="478"/>
        <pc:sldMkLst>
          <pc:docMk/>
          <pc:sldMk cId="0" sldId="263"/>
        </pc:sldMkLst>
      </pc:sldChg>
      <pc:sldChg chg="delSp modSp mod">
        <pc:chgData name="PUSALAPATI CHANDU" userId="8d9bb1eba7fe80f5" providerId="LiveId" clId="{91D38B67-7D88-4B2D-9C75-7DD20C00E92F}" dt="2026-08-19T08:57:01.672" v="450" actId="478"/>
        <pc:sldMkLst>
          <pc:docMk/>
          <pc:sldMk cId="0" sldId="264"/>
        </pc:sldMkLst>
      </pc:sldChg>
      <pc:sldChg chg="addSp delSp modSp new mod">
        <pc:chgData name="PUSALAPATI CHANDU" userId="8d9bb1eba7fe80f5" providerId="LiveId" clId="{91D38B67-7D88-4B2D-9C75-7DD20C00E92F}" dt="2026-08-28T08:55:19.418" v="640" actId="20577"/>
        <pc:sldMkLst>
          <pc:docMk/>
          <pc:sldMk cId="641754963" sldId="266"/>
        </pc:sldMkLst>
        <pc:spChg chg="add mod">
          <ac:chgData name="PUSALAPATI CHANDU" userId="8d9bb1eba7fe80f5" providerId="LiveId" clId="{91D38B67-7D88-4B2D-9C75-7DD20C00E92F}" dt="2026-08-03T05:52:27.602" v="309" actId="1036"/>
          <ac:spMkLst>
            <pc:docMk/>
            <pc:sldMk cId="641754963" sldId="266"/>
            <ac:spMk id="3" creationId="{657D9E09-5F0D-DFB4-8052-664E5315C980}"/>
          </ac:spMkLst>
        </pc:spChg>
        <pc:spChg chg="add mod">
          <ac:chgData name="PUSALAPATI CHANDU" userId="8d9bb1eba7fe80f5" providerId="LiveId" clId="{91D38B67-7D88-4B2D-9C75-7DD20C00E92F}" dt="2026-08-03T05:52:27.602" v="309" actId="1036"/>
          <ac:spMkLst>
            <pc:docMk/>
            <pc:sldMk cId="641754963" sldId="266"/>
            <ac:spMk id="5" creationId="{013B6519-B725-B9AF-A387-E4AE36BB16EB}"/>
          </ac:spMkLst>
        </pc:spChg>
        <pc:spChg chg="add mod">
          <ac:chgData name="PUSALAPATI CHANDU" userId="8d9bb1eba7fe80f5" providerId="LiveId" clId="{91D38B67-7D88-4B2D-9C75-7DD20C00E92F}" dt="2026-08-28T08:55:19.418" v="640" actId="20577"/>
          <ac:spMkLst>
            <pc:docMk/>
            <pc:sldMk cId="641754963" sldId="266"/>
            <ac:spMk id="11" creationId="{60B30A66-E780-C9FD-F195-4EB0876355C6}"/>
          </ac:spMkLst>
        </pc:spChg>
        <pc:spChg chg="add mod">
          <ac:chgData name="PUSALAPATI CHANDU" userId="8d9bb1eba7fe80f5" providerId="LiveId" clId="{91D38B67-7D88-4B2D-9C75-7DD20C00E92F}" dt="2026-08-03T05:52:27.602" v="309" actId="1036"/>
          <ac:spMkLst>
            <pc:docMk/>
            <pc:sldMk cId="641754963" sldId="266"/>
            <ac:spMk id="15" creationId="{6BC74A99-5AEE-FEAA-CA5C-0FE7597FEB5D}"/>
          </ac:spMkLst>
        </pc:spChg>
        <pc:spChg chg="add mod">
          <ac:chgData name="PUSALAPATI CHANDU" userId="8d9bb1eba7fe80f5" providerId="LiveId" clId="{91D38B67-7D88-4B2D-9C75-7DD20C00E92F}" dt="2026-08-03T05:52:27.602" v="309" actId="1036"/>
          <ac:spMkLst>
            <pc:docMk/>
            <pc:sldMk cId="641754963" sldId="266"/>
            <ac:spMk id="17" creationId="{698CD777-2F0D-1CD7-7E17-2E165814A2BC}"/>
          </ac:spMkLst>
        </pc:spChg>
        <pc:graphicFrameChg chg="add mod modGraphic">
          <ac:chgData name="PUSALAPATI CHANDU" userId="8d9bb1eba7fe80f5" providerId="LiveId" clId="{91D38B67-7D88-4B2D-9C75-7DD20C00E92F}" dt="2026-08-28T08:55:11.411" v="638" actId="20577"/>
          <ac:graphicFrameMkLst>
            <pc:docMk/>
            <pc:sldMk cId="641754963" sldId="266"/>
            <ac:graphicFrameMk id="13" creationId="{E6B002A5-EBEF-9B71-53A4-BB01C60928DB}"/>
          </ac:graphicFrameMkLst>
        </pc:graphicFrameChg>
      </pc:sldChg>
      <pc:sldChg chg="addSp delSp modSp new mod">
        <pc:chgData name="PUSALAPATI CHANDU" userId="8d9bb1eba7fe80f5" providerId="LiveId" clId="{91D38B67-7D88-4B2D-9C75-7DD20C00E92F}" dt="2026-08-19T09:22:32.625" v="549" actId="732"/>
        <pc:sldMkLst>
          <pc:docMk/>
          <pc:sldMk cId="3826728264" sldId="267"/>
        </pc:sldMkLst>
        <pc:spChg chg="add mod">
          <ac:chgData name="PUSALAPATI CHANDU" userId="8d9bb1eba7fe80f5" providerId="LiveId" clId="{91D38B67-7D88-4B2D-9C75-7DD20C00E92F}" dt="2026-08-19T09:15:46.094" v="496" actId="1076"/>
          <ac:spMkLst>
            <pc:docMk/>
            <pc:sldMk cId="3826728264" sldId="267"/>
            <ac:spMk id="3" creationId="{686FF750-A8EB-5ABF-A965-2A3EC79F570C}"/>
          </ac:spMkLst>
        </pc:spChg>
        <pc:spChg chg="add mod">
          <ac:chgData name="PUSALAPATI CHANDU" userId="8d9bb1eba7fe80f5" providerId="LiveId" clId="{91D38B67-7D88-4B2D-9C75-7DD20C00E92F}" dt="2026-08-19T09:17:06.433" v="509" actId="2711"/>
          <ac:spMkLst>
            <pc:docMk/>
            <pc:sldMk cId="3826728264" sldId="267"/>
            <ac:spMk id="4" creationId="{BFC44E70-10E6-6B5A-6C71-5B3840DC1E48}"/>
          </ac:spMkLst>
        </pc:spChg>
        <pc:spChg chg="add mod">
          <ac:chgData name="PUSALAPATI CHANDU" userId="8d9bb1eba7fe80f5" providerId="LiveId" clId="{91D38B67-7D88-4B2D-9C75-7DD20C00E92F}" dt="2026-08-19T09:22:14.434" v="547" actId="1037"/>
          <ac:spMkLst>
            <pc:docMk/>
            <pc:sldMk cId="3826728264" sldId="267"/>
            <ac:spMk id="11" creationId="{C6D2A229-A35B-C3DC-F693-2F2D3EDC8699}"/>
          </ac:spMkLst>
        </pc:spChg>
        <pc:spChg chg="mod">
          <ac:chgData name="PUSALAPATI CHANDU" userId="8d9bb1eba7fe80f5" providerId="LiveId" clId="{91D38B67-7D88-4B2D-9C75-7DD20C00E92F}" dt="2026-08-19T09:22:14.434" v="547" actId="1037"/>
          <ac:spMkLst>
            <pc:docMk/>
            <pc:sldMk cId="3826728264" sldId="267"/>
            <ac:spMk id="13" creationId="{53F4A491-6A6E-7346-0B98-A30180D997DD}"/>
          </ac:spMkLst>
        </pc:spChg>
        <pc:spChg chg="add mod">
          <ac:chgData name="PUSALAPATI CHANDU" userId="8d9bb1eba7fe80f5" providerId="LiveId" clId="{91D38B67-7D88-4B2D-9C75-7DD20C00E92F}" dt="2026-08-19T09:22:14.434" v="547" actId="1037"/>
          <ac:spMkLst>
            <pc:docMk/>
            <pc:sldMk cId="3826728264" sldId="267"/>
            <ac:spMk id="21" creationId="{646ADBB4-A871-8A6E-FD40-F7FCCDD07DF8}"/>
          </ac:spMkLst>
        </pc:spChg>
        <pc:spChg chg="add mod">
          <ac:chgData name="PUSALAPATI CHANDU" userId="8d9bb1eba7fe80f5" providerId="LiveId" clId="{91D38B67-7D88-4B2D-9C75-7DD20C00E92F}" dt="2026-08-19T09:22:14.434" v="547" actId="1037"/>
          <ac:spMkLst>
            <pc:docMk/>
            <pc:sldMk cId="3826728264" sldId="267"/>
            <ac:spMk id="23" creationId="{39FA405A-7166-D01B-D579-0FDFA84D3348}"/>
          </ac:spMkLst>
        </pc:spChg>
        <pc:spChg chg="mod">
          <ac:chgData name="PUSALAPATI CHANDU" userId="8d9bb1eba7fe80f5" providerId="LiveId" clId="{91D38B67-7D88-4B2D-9C75-7DD20C00E92F}" dt="2026-08-19T09:22:14.434" v="547" actId="1037"/>
          <ac:spMkLst>
            <pc:docMk/>
            <pc:sldMk cId="3826728264" sldId="267"/>
            <ac:spMk id="25" creationId="{469238FD-050B-7A78-FCBE-40A6B034A2FD}"/>
          </ac:spMkLst>
        </pc:spChg>
        <pc:spChg chg="add mod">
          <ac:chgData name="PUSALAPATI CHANDU" userId="8d9bb1eba7fe80f5" providerId="LiveId" clId="{91D38B67-7D88-4B2D-9C75-7DD20C00E92F}" dt="2026-08-19T09:22:14.434" v="547" actId="1037"/>
          <ac:spMkLst>
            <pc:docMk/>
            <pc:sldMk cId="3826728264" sldId="267"/>
            <ac:spMk id="29" creationId="{DBCAD641-267E-7113-B456-DD1D422E00C7}"/>
          </ac:spMkLst>
        </pc:spChg>
        <pc:spChg chg="add mod">
          <ac:chgData name="PUSALAPATI CHANDU" userId="8d9bb1eba7fe80f5" providerId="LiveId" clId="{91D38B67-7D88-4B2D-9C75-7DD20C00E92F}" dt="2026-08-19T09:22:14.434" v="547" actId="1037"/>
          <ac:spMkLst>
            <pc:docMk/>
            <pc:sldMk cId="3826728264" sldId="267"/>
            <ac:spMk id="31" creationId="{3FFC17B1-7211-6C77-15FB-2D16E3514151}"/>
          </ac:spMkLst>
        </pc:spChg>
        <pc:spChg chg="add mod">
          <ac:chgData name="PUSALAPATI CHANDU" userId="8d9bb1eba7fe80f5" providerId="LiveId" clId="{91D38B67-7D88-4B2D-9C75-7DD20C00E92F}" dt="2026-08-19T09:17:19.813" v="511" actId="1076"/>
          <ac:spMkLst>
            <pc:docMk/>
            <pc:sldMk cId="3826728264" sldId="267"/>
            <ac:spMk id="33" creationId="{715514E4-BFBF-9662-793D-F5DF86925332}"/>
          </ac:spMkLst>
        </pc:spChg>
        <pc:spChg chg="add mod">
          <ac:chgData name="PUSALAPATI CHANDU" userId="8d9bb1eba7fe80f5" providerId="LiveId" clId="{91D38B67-7D88-4B2D-9C75-7DD20C00E92F}" dt="2026-08-19T09:22:14.434" v="547" actId="1037"/>
          <ac:spMkLst>
            <pc:docMk/>
            <pc:sldMk cId="3826728264" sldId="267"/>
            <ac:spMk id="35" creationId="{842A634E-0C51-3FF8-189E-777D44885D61}"/>
          </ac:spMkLst>
        </pc:spChg>
        <pc:spChg chg="add mod">
          <ac:chgData name="PUSALAPATI CHANDU" userId="8d9bb1eba7fe80f5" providerId="LiveId" clId="{91D38B67-7D88-4B2D-9C75-7DD20C00E92F}" dt="2026-08-19T09:17:23.447" v="512" actId="1076"/>
          <ac:spMkLst>
            <pc:docMk/>
            <pc:sldMk cId="3826728264" sldId="267"/>
            <ac:spMk id="37" creationId="{D8A84D66-1B59-BE36-500F-77A8537ED9A7}"/>
          </ac:spMkLst>
        </pc:spChg>
        <pc:spChg chg="mod">
          <ac:chgData name="PUSALAPATI CHANDU" userId="8d9bb1eba7fe80f5" providerId="LiveId" clId="{91D38B67-7D88-4B2D-9C75-7DD20C00E92F}" dt="2026-08-19T09:22:14.434" v="547" actId="1037"/>
          <ac:spMkLst>
            <pc:docMk/>
            <pc:sldMk cId="3826728264" sldId="267"/>
            <ac:spMk id="41" creationId="{596B7707-7148-0C88-872E-2FC705A7A670}"/>
          </ac:spMkLst>
        </pc:spChg>
        <pc:spChg chg="add mod">
          <ac:chgData name="PUSALAPATI CHANDU" userId="8d9bb1eba7fe80f5" providerId="LiveId" clId="{91D38B67-7D88-4B2D-9C75-7DD20C00E92F}" dt="2026-08-19T08:53:39.228" v="446" actId="1035"/>
          <ac:spMkLst>
            <pc:docMk/>
            <pc:sldMk cId="3826728264" sldId="267"/>
            <ac:spMk id="43" creationId="{CB9EAB1F-B731-AF7D-AE44-34929F882475}"/>
          </ac:spMkLst>
        </pc:spChg>
        <pc:spChg chg="add mod">
          <ac:chgData name="PUSALAPATI CHANDU" userId="8d9bb1eba7fe80f5" providerId="LiveId" clId="{91D38B67-7D88-4B2D-9C75-7DD20C00E92F}" dt="2026-08-19T09:22:14.434" v="547" actId="1037"/>
          <ac:spMkLst>
            <pc:docMk/>
            <pc:sldMk cId="3826728264" sldId="267"/>
            <ac:spMk id="45" creationId="{EBA67378-03DA-2B3A-36B9-46BAE677ECBE}"/>
          </ac:spMkLst>
        </pc:spChg>
        <pc:picChg chg="add mod modCrop">
          <ac:chgData name="PUSALAPATI CHANDU" userId="8d9bb1eba7fe80f5" providerId="LiveId" clId="{91D38B67-7D88-4B2D-9C75-7DD20C00E92F}" dt="2026-08-19T09:22:32.625" v="549" actId="732"/>
          <ac:picMkLst>
            <pc:docMk/>
            <pc:sldMk cId="3826728264" sldId="267"/>
            <ac:picMk id="8" creationId="{8CD7CF58-C77C-5DC0-FF6B-06BAF4671EF7}"/>
          </ac:picMkLst>
        </pc:picChg>
      </pc:sldChg>
      <pc:sldChg chg="addSp modSp new mod">
        <pc:chgData name="PUSALAPATI CHANDU" userId="8d9bb1eba7fe80f5" providerId="LiveId" clId="{91D38B67-7D88-4B2D-9C75-7DD20C00E92F}" dt="2026-08-19T09:23:46.654" v="587" actId="14100"/>
        <pc:sldMkLst>
          <pc:docMk/>
          <pc:sldMk cId="454625935" sldId="268"/>
        </pc:sldMkLst>
        <pc:spChg chg="add mod">
          <ac:chgData name="PUSALAPATI CHANDU" userId="8d9bb1eba7fe80f5" providerId="LiveId" clId="{91D38B67-7D88-4B2D-9C75-7DD20C00E92F}" dt="2026-08-19T09:23:40.945" v="586" actId="1037"/>
          <ac:spMkLst>
            <pc:docMk/>
            <pc:sldMk cId="454625935" sldId="268"/>
            <ac:spMk id="5" creationId="{566F62FE-034B-B60A-7740-C9A0FCF94752}"/>
          </ac:spMkLst>
        </pc:spChg>
        <pc:spChg chg="add mod">
          <ac:chgData name="PUSALAPATI CHANDU" userId="8d9bb1eba7fe80f5" providerId="LiveId" clId="{91D38B67-7D88-4B2D-9C75-7DD20C00E92F}" dt="2026-08-19T09:23:40.945" v="586" actId="1037"/>
          <ac:spMkLst>
            <pc:docMk/>
            <pc:sldMk cId="454625935" sldId="268"/>
            <ac:spMk id="9" creationId="{3781F71B-1A51-C12C-50A9-383D21B41657}"/>
          </ac:spMkLst>
        </pc:spChg>
        <pc:spChg chg="mod">
          <ac:chgData name="PUSALAPATI CHANDU" userId="8d9bb1eba7fe80f5" providerId="LiveId" clId="{91D38B67-7D88-4B2D-9C75-7DD20C00E92F}" dt="2026-08-19T09:17:55.142" v="518" actId="20577"/>
          <ac:spMkLst>
            <pc:docMk/>
            <pc:sldMk cId="454625935" sldId="268"/>
            <ac:spMk id="13" creationId="{1FCB3A07-2665-C6F5-977B-66E78D9D31D8}"/>
          </ac:spMkLst>
        </pc:spChg>
        <pc:spChg chg="add mod">
          <ac:chgData name="PUSALAPATI CHANDU" userId="8d9bb1eba7fe80f5" providerId="LiveId" clId="{91D38B67-7D88-4B2D-9C75-7DD20C00E92F}" dt="2026-08-19T09:23:40.945" v="586" actId="1037"/>
          <ac:spMkLst>
            <pc:docMk/>
            <pc:sldMk cId="454625935" sldId="268"/>
            <ac:spMk id="15" creationId="{F792C970-E9C0-ECB2-0293-BBE0B15CEC26}"/>
          </ac:spMkLst>
        </pc:spChg>
        <pc:spChg chg="mod">
          <ac:chgData name="PUSALAPATI CHANDU" userId="8d9bb1eba7fe80f5" providerId="LiveId" clId="{91D38B67-7D88-4B2D-9C75-7DD20C00E92F}" dt="2026-08-19T09:18:22.613" v="520"/>
          <ac:spMkLst>
            <pc:docMk/>
            <pc:sldMk cId="454625935" sldId="268"/>
            <ac:spMk id="19" creationId="{42407931-88D2-E7C0-B117-F5A43B6ABC72}"/>
          </ac:spMkLst>
        </pc:spChg>
        <pc:spChg chg="add mod">
          <ac:chgData name="PUSALAPATI CHANDU" userId="8d9bb1eba7fe80f5" providerId="LiveId" clId="{91D38B67-7D88-4B2D-9C75-7DD20C00E92F}" dt="2026-08-19T09:23:40.945" v="586" actId="1037"/>
          <ac:spMkLst>
            <pc:docMk/>
            <pc:sldMk cId="454625935" sldId="268"/>
            <ac:spMk id="23" creationId="{6C5FC2C7-E15F-64A5-2922-6349BC072ACE}"/>
          </ac:spMkLst>
        </pc:spChg>
        <pc:spChg chg="add mod">
          <ac:chgData name="PUSALAPATI CHANDU" userId="8d9bb1eba7fe80f5" providerId="LiveId" clId="{91D38B67-7D88-4B2D-9C75-7DD20C00E92F}" dt="2026-08-19T09:23:40.945" v="586" actId="1037"/>
          <ac:spMkLst>
            <pc:docMk/>
            <pc:sldMk cId="454625935" sldId="268"/>
            <ac:spMk id="25" creationId="{B02B3EAD-5A60-5B56-077C-31D60EE00FEA}"/>
          </ac:spMkLst>
        </pc:spChg>
        <pc:spChg chg="add mod">
          <ac:chgData name="PUSALAPATI CHANDU" userId="8d9bb1eba7fe80f5" providerId="LiveId" clId="{91D38B67-7D88-4B2D-9C75-7DD20C00E92F}" dt="2026-08-19T09:23:40.945" v="586" actId="1037"/>
          <ac:spMkLst>
            <pc:docMk/>
            <pc:sldMk cId="454625935" sldId="268"/>
            <ac:spMk id="27" creationId="{D85E12EB-6EFA-A173-94DB-1AB504EAEC9B}"/>
          </ac:spMkLst>
        </pc:spChg>
        <pc:spChg chg="add mod">
          <ac:chgData name="PUSALAPATI CHANDU" userId="8d9bb1eba7fe80f5" providerId="LiveId" clId="{91D38B67-7D88-4B2D-9C75-7DD20C00E92F}" dt="2026-08-19T09:23:40.945" v="586" actId="1037"/>
          <ac:spMkLst>
            <pc:docMk/>
            <pc:sldMk cId="454625935" sldId="268"/>
            <ac:spMk id="29" creationId="{D3DD7611-DBBC-40ED-4014-BCD8DFAB645A}"/>
          </ac:spMkLst>
        </pc:spChg>
        <pc:spChg chg="add mod">
          <ac:chgData name="PUSALAPATI CHANDU" userId="8d9bb1eba7fe80f5" providerId="LiveId" clId="{91D38B67-7D88-4B2D-9C75-7DD20C00E92F}" dt="2026-08-19T09:23:40.945" v="586" actId="1037"/>
          <ac:spMkLst>
            <pc:docMk/>
            <pc:sldMk cId="454625935" sldId="268"/>
            <ac:spMk id="31" creationId="{63C1BA7B-1E19-1FBE-A55A-A45A21AAACF5}"/>
          </ac:spMkLst>
        </pc:spChg>
        <pc:spChg chg="add mod">
          <ac:chgData name="PUSALAPATI CHANDU" userId="8d9bb1eba7fe80f5" providerId="LiveId" clId="{91D38B67-7D88-4B2D-9C75-7DD20C00E92F}" dt="2026-08-19T09:23:40.945" v="586" actId="1037"/>
          <ac:spMkLst>
            <pc:docMk/>
            <pc:sldMk cId="454625935" sldId="268"/>
            <ac:spMk id="35" creationId="{ADAD9508-C801-1A3A-E919-D7F1AAB5A13B}"/>
          </ac:spMkLst>
        </pc:spChg>
        <pc:spChg chg="add mod">
          <ac:chgData name="PUSALAPATI CHANDU" userId="8d9bb1eba7fe80f5" providerId="LiveId" clId="{91D38B67-7D88-4B2D-9C75-7DD20C00E92F}" dt="2026-08-19T09:23:40.945" v="586" actId="1037"/>
          <ac:spMkLst>
            <pc:docMk/>
            <pc:sldMk cId="454625935" sldId="268"/>
            <ac:spMk id="37" creationId="{F50A23BF-F3DB-8AC9-C50C-8AF0219E09DE}"/>
          </ac:spMkLst>
        </pc:spChg>
        <pc:spChg chg="mod">
          <ac:chgData name="PUSALAPATI CHANDU" userId="8d9bb1eba7fe80f5" providerId="LiveId" clId="{91D38B67-7D88-4B2D-9C75-7DD20C00E92F}" dt="2026-08-19T09:19:30.264" v="526"/>
          <ac:spMkLst>
            <pc:docMk/>
            <pc:sldMk cId="454625935" sldId="268"/>
            <ac:spMk id="39" creationId="{045D719F-77CA-DCF1-F861-CAAF527CD6B0}"/>
          </ac:spMkLst>
        </pc:spChg>
        <pc:spChg chg="mod">
          <ac:chgData name="PUSALAPATI CHANDU" userId="8d9bb1eba7fe80f5" providerId="LiveId" clId="{91D38B67-7D88-4B2D-9C75-7DD20C00E92F}" dt="2026-08-19T09:19:41.100" v="527"/>
          <ac:spMkLst>
            <pc:docMk/>
            <pc:sldMk cId="454625935" sldId="268"/>
            <ac:spMk id="43" creationId="{F39D130E-AE0E-EBB5-4E78-2363230BF32C}"/>
          </ac:spMkLst>
        </pc:spChg>
        <pc:picChg chg="add mod modCrop">
          <ac:chgData name="PUSALAPATI CHANDU" userId="8d9bb1eba7fe80f5" providerId="LiveId" clId="{91D38B67-7D88-4B2D-9C75-7DD20C00E92F}" dt="2026-08-19T09:23:46.654" v="587" actId="14100"/>
          <ac:picMkLst>
            <pc:docMk/>
            <pc:sldMk cId="454625935" sldId="268"/>
            <ac:picMk id="45" creationId="{389D031B-AB54-432D-EB15-4F0C942E257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1061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41248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1248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8176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408176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408176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408176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8176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408176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408176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408176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08176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408176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08176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408176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975104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975104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975104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975104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975104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75104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975104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975104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975104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975104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975104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975104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2542032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2542032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542032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2542032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542032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542032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2542032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2542032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2542032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2542032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2542032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2542032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3108960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3108960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08960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108960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3108960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3108960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3108960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3108960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108960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3108960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3108960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3108960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3675888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3675888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3675888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3675888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3675888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3675888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3675888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3675888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3675888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3675888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3675888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3675888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4242816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4242816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4242816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4242816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4242816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4242816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4242816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4242816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4242816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4242816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4242816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4242816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4809744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4809744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4809744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4809744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4809744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4809744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4809744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4809744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4809744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4809744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4809744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4809744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5376672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5376672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5376672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5376672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5376672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5376672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5376672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5376672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5376672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5376672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5376672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5376672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5943600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5943600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5943600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5943600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5943600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5943600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5943600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5943600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5943600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5943600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5943600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5943600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6510528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6510528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6510528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6510528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6510528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6510528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6510528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6510528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6510528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6510528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6510528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6510528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7077456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7077456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7077456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7077456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7077456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7077456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7077456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7077456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7077456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7077456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7077456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7077456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7644384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7644384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7644384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61" name="Shape 159"/>
          <p:cNvSpPr/>
          <p:nvPr/>
        </p:nvSpPr>
        <p:spPr>
          <a:xfrm>
            <a:off x="7644384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7644384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63" name="Shape 161"/>
          <p:cNvSpPr/>
          <p:nvPr/>
        </p:nvSpPr>
        <p:spPr>
          <a:xfrm>
            <a:off x="7644384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64" name="Shape 162"/>
          <p:cNvSpPr/>
          <p:nvPr/>
        </p:nvSpPr>
        <p:spPr>
          <a:xfrm>
            <a:off x="7644384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65" name="Shape 163"/>
          <p:cNvSpPr/>
          <p:nvPr/>
        </p:nvSpPr>
        <p:spPr>
          <a:xfrm>
            <a:off x="7644384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66" name="Shape 164"/>
          <p:cNvSpPr/>
          <p:nvPr/>
        </p:nvSpPr>
        <p:spPr>
          <a:xfrm>
            <a:off x="7644384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67" name="Shape 165"/>
          <p:cNvSpPr/>
          <p:nvPr/>
        </p:nvSpPr>
        <p:spPr>
          <a:xfrm>
            <a:off x="7644384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68" name="Shape 166"/>
          <p:cNvSpPr/>
          <p:nvPr/>
        </p:nvSpPr>
        <p:spPr>
          <a:xfrm>
            <a:off x="7644384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69" name="Shape 167"/>
          <p:cNvSpPr/>
          <p:nvPr/>
        </p:nvSpPr>
        <p:spPr>
          <a:xfrm>
            <a:off x="7644384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70" name="Shape 168"/>
          <p:cNvSpPr/>
          <p:nvPr/>
        </p:nvSpPr>
        <p:spPr>
          <a:xfrm>
            <a:off x="8211312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71" name="Shape 169"/>
          <p:cNvSpPr/>
          <p:nvPr/>
        </p:nvSpPr>
        <p:spPr>
          <a:xfrm>
            <a:off x="8211312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72" name="Shape 170"/>
          <p:cNvSpPr/>
          <p:nvPr/>
        </p:nvSpPr>
        <p:spPr>
          <a:xfrm>
            <a:off x="8211312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73" name="Shape 171"/>
          <p:cNvSpPr/>
          <p:nvPr/>
        </p:nvSpPr>
        <p:spPr>
          <a:xfrm>
            <a:off x="8211312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74" name="Shape 172"/>
          <p:cNvSpPr/>
          <p:nvPr/>
        </p:nvSpPr>
        <p:spPr>
          <a:xfrm>
            <a:off x="8211312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75" name="Shape 173"/>
          <p:cNvSpPr/>
          <p:nvPr/>
        </p:nvSpPr>
        <p:spPr>
          <a:xfrm>
            <a:off x="8211312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76" name="Shape 174"/>
          <p:cNvSpPr/>
          <p:nvPr/>
        </p:nvSpPr>
        <p:spPr>
          <a:xfrm>
            <a:off x="8211312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77" name="Shape 175"/>
          <p:cNvSpPr/>
          <p:nvPr/>
        </p:nvSpPr>
        <p:spPr>
          <a:xfrm>
            <a:off x="8211312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78" name="Shape 176"/>
          <p:cNvSpPr/>
          <p:nvPr/>
        </p:nvSpPr>
        <p:spPr>
          <a:xfrm>
            <a:off x="8211312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79" name="Shape 177"/>
          <p:cNvSpPr/>
          <p:nvPr/>
        </p:nvSpPr>
        <p:spPr>
          <a:xfrm>
            <a:off x="8211312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80" name="Shape 178"/>
          <p:cNvSpPr/>
          <p:nvPr/>
        </p:nvSpPr>
        <p:spPr>
          <a:xfrm>
            <a:off x="8211312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81" name="Shape 179"/>
          <p:cNvSpPr/>
          <p:nvPr/>
        </p:nvSpPr>
        <p:spPr>
          <a:xfrm>
            <a:off x="8211312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82" name="Shape 180"/>
          <p:cNvSpPr/>
          <p:nvPr/>
        </p:nvSpPr>
        <p:spPr>
          <a:xfrm>
            <a:off x="8778240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83" name="Shape 181"/>
          <p:cNvSpPr/>
          <p:nvPr/>
        </p:nvSpPr>
        <p:spPr>
          <a:xfrm>
            <a:off x="8778240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84" name="Shape 182"/>
          <p:cNvSpPr/>
          <p:nvPr/>
        </p:nvSpPr>
        <p:spPr>
          <a:xfrm>
            <a:off x="8778240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85" name="Shape 183"/>
          <p:cNvSpPr/>
          <p:nvPr/>
        </p:nvSpPr>
        <p:spPr>
          <a:xfrm>
            <a:off x="8778240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86" name="Shape 184"/>
          <p:cNvSpPr/>
          <p:nvPr/>
        </p:nvSpPr>
        <p:spPr>
          <a:xfrm>
            <a:off x="8778240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87" name="Shape 185"/>
          <p:cNvSpPr/>
          <p:nvPr/>
        </p:nvSpPr>
        <p:spPr>
          <a:xfrm>
            <a:off x="8778240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88" name="Shape 186"/>
          <p:cNvSpPr/>
          <p:nvPr/>
        </p:nvSpPr>
        <p:spPr>
          <a:xfrm>
            <a:off x="8778240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89" name="Shape 187"/>
          <p:cNvSpPr/>
          <p:nvPr/>
        </p:nvSpPr>
        <p:spPr>
          <a:xfrm>
            <a:off x="8778240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90" name="Shape 188"/>
          <p:cNvSpPr/>
          <p:nvPr/>
        </p:nvSpPr>
        <p:spPr>
          <a:xfrm>
            <a:off x="8778240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91" name="Shape 189"/>
          <p:cNvSpPr/>
          <p:nvPr/>
        </p:nvSpPr>
        <p:spPr>
          <a:xfrm>
            <a:off x="8778240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92" name="Shape 190"/>
          <p:cNvSpPr/>
          <p:nvPr/>
        </p:nvSpPr>
        <p:spPr>
          <a:xfrm>
            <a:off x="8778240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93" name="Shape 191"/>
          <p:cNvSpPr/>
          <p:nvPr/>
        </p:nvSpPr>
        <p:spPr>
          <a:xfrm>
            <a:off x="8778240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94" name="Shape 192"/>
          <p:cNvSpPr/>
          <p:nvPr/>
        </p:nvSpPr>
        <p:spPr>
          <a:xfrm>
            <a:off x="9345168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95" name="Shape 193"/>
          <p:cNvSpPr/>
          <p:nvPr/>
        </p:nvSpPr>
        <p:spPr>
          <a:xfrm>
            <a:off x="9345168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96" name="Shape 194"/>
          <p:cNvSpPr/>
          <p:nvPr/>
        </p:nvSpPr>
        <p:spPr>
          <a:xfrm>
            <a:off x="9345168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97" name="Shape 195"/>
          <p:cNvSpPr/>
          <p:nvPr/>
        </p:nvSpPr>
        <p:spPr>
          <a:xfrm>
            <a:off x="9345168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98" name="Shape 196"/>
          <p:cNvSpPr/>
          <p:nvPr/>
        </p:nvSpPr>
        <p:spPr>
          <a:xfrm>
            <a:off x="9345168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199" name="Shape 197"/>
          <p:cNvSpPr/>
          <p:nvPr/>
        </p:nvSpPr>
        <p:spPr>
          <a:xfrm>
            <a:off x="9345168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00" name="Shape 198"/>
          <p:cNvSpPr/>
          <p:nvPr/>
        </p:nvSpPr>
        <p:spPr>
          <a:xfrm>
            <a:off x="9345168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01" name="Shape 199"/>
          <p:cNvSpPr/>
          <p:nvPr/>
        </p:nvSpPr>
        <p:spPr>
          <a:xfrm>
            <a:off x="9345168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02" name="Shape 200"/>
          <p:cNvSpPr/>
          <p:nvPr/>
        </p:nvSpPr>
        <p:spPr>
          <a:xfrm>
            <a:off x="9345168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03" name="Shape 201"/>
          <p:cNvSpPr/>
          <p:nvPr/>
        </p:nvSpPr>
        <p:spPr>
          <a:xfrm>
            <a:off x="9345168" y="539552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04" name="Shape 202"/>
          <p:cNvSpPr/>
          <p:nvPr/>
        </p:nvSpPr>
        <p:spPr>
          <a:xfrm>
            <a:off x="9345168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05" name="Shape 203"/>
          <p:cNvSpPr/>
          <p:nvPr/>
        </p:nvSpPr>
        <p:spPr>
          <a:xfrm>
            <a:off x="9345168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06" name="Shape 204"/>
          <p:cNvSpPr/>
          <p:nvPr/>
        </p:nvSpPr>
        <p:spPr>
          <a:xfrm>
            <a:off x="9912096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07" name="Shape 205"/>
          <p:cNvSpPr/>
          <p:nvPr/>
        </p:nvSpPr>
        <p:spPr>
          <a:xfrm>
            <a:off x="9912096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08" name="Shape 206"/>
          <p:cNvSpPr/>
          <p:nvPr/>
        </p:nvSpPr>
        <p:spPr>
          <a:xfrm>
            <a:off x="9912096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09" name="Shape 207"/>
          <p:cNvSpPr/>
          <p:nvPr/>
        </p:nvSpPr>
        <p:spPr>
          <a:xfrm>
            <a:off x="9912096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10" name="Shape 208"/>
          <p:cNvSpPr/>
          <p:nvPr/>
        </p:nvSpPr>
        <p:spPr>
          <a:xfrm>
            <a:off x="9912096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11" name="Shape 209"/>
          <p:cNvSpPr/>
          <p:nvPr/>
        </p:nvSpPr>
        <p:spPr>
          <a:xfrm>
            <a:off x="9912096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12" name="Shape 210"/>
          <p:cNvSpPr/>
          <p:nvPr/>
        </p:nvSpPr>
        <p:spPr>
          <a:xfrm>
            <a:off x="9912096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13" name="Shape 211"/>
          <p:cNvSpPr/>
          <p:nvPr/>
        </p:nvSpPr>
        <p:spPr>
          <a:xfrm>
            <a:off x="9912096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14" name="Shape 212"/>
          <p:cNvSpPr/>
          <p:nvPr/>
        </p:nvSpPr>
        <p:spPr>
          <a:xfrm>
            <a:off x="9912096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15" name="Shape 213"/>
          <p:cNvSpPr/>
          <p:nvPr/>
        </p:nvSpPr>
        <p:spPr>
          <a:xfrm>
            <a:off x="9912096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16" name="Shape 214"/>
          <p:cNvSpPr/>
          <p:nvPr/>
        </p:nvSpPr>
        <p:spPr>
          <a:xfrm>
            <a:off x="9912096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17" name="Shape 215"/>
          <p:cNvSpPr/>
          <p:nvPr/>
        </p:nvSpPr>
        <p:spPr>
          <a:xfrm>
            <a:off x="9912096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18" name="Shape 216"/>
          <p:cNvSpPr/>
          <p:nvPr/>
        </p:nvSpPr>
        <p:spPr>
          <a:xfrm>
            <a:off x="10479024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19" name="Shape 217"/>
          <p:cNvSpPr/>
          <p:nvPr/>
        </p:nvSpPr>
        <p:spPr>
          <a:xfrm>
            <a:off x="10479024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20" name="Shape 218"/>
          <p:cNvSpPr/>
          <p:nvPr/>
        </p:nvSpPr>
        <p:spPr>
          <a:xfrm>
            <a:off x="10479024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21" name="Shape 219"/>
          <p:cNvSpPr/>
          <p:nvPr/>
        </p:nvSpPr>
        <p:spPr>
          <a:xfrm>
            <a:off x="10479024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22" name="Shape 220"/>
          <p:cNvSpPr/>
          <p:nvPr/>
        </p:nvSpPr>
        <p:spPr>
          <a:xfrm>
            <a:off x="10479024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23" name="Shape 221"/>
          <p:cNvSpPr/>
          <p:nvPr/>
        </p:nvSpPr>
        <p:spPr>
          <a:xfrm>
            <a:off x="10479024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24" name="Shape 222"/>
          <p:cNvSpPr/>
          <p:nvPr/>
        </p:nvSpPr>
        <p:spPr>
          <a:xfrm>
            <a:off x="10479024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25" name="Shape 223"/>
          <p:cNvSpPr/>
          <p:nvPr/>
        </p:nvSpPr>
        <p:spPr>
          <a:xfrm>
            <a:off x="10479024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26" name="Shape 224"/>
          <p:cNvSpPr/>
          <p:nvPr/>
        </p:nvSpPr>
        <p:spPr>
          <a:xfrm>
            <a:off x="10479024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27" name="Shape 225"/>
          <p:cNvSpPr/>
          <p:nvPr/>
        </p:nvSpPr>
        <p:spPr>
          <a:xfrm>
            <a:off x="10479024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28" name="Shape 226"/>
          <p:cNvSpPr/>
          <p:nvPr/>
        </p:nvSpPr>
        <p:spPr>
          <a:xfrm>
            <a:off x="10479024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29" name="Shape 227"/>
          <p:cNvSpPr/>
          <p:nvPr/>
        </p:nvSpPr>
        <p:spPr>
          <a:xfrm>
            <a:off x="10479024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30" name="Shape 228"/>
          <p:cNvSpPr/>
          <p:nvPr/>
        </p:nvSpPr>
        <p:spPr>
          <a:xfrm>
            <a:off x="11045952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31" name="Shape 229"/>
          <p:cNvSpPr/>
          <p:nvPr/>
        </p:nvSpPr>
        <p:spPr>
          <a:xfrm>
            <a:off x="11045952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32" name="Shape 230"/>
          <p:cNvSpPr/>
          <p:nvPr/>
        </p:nvSpPr>
        <p:spPr>
          <a:xfrm>
            <a:off x="11045952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33" name="Shape 231"/>
          <p:cNvSpPr/>
          <p:nvPr/>
        </p:nvSpPr>
        <p:spPr>
          <a:xfrm>
            <a:off x="11045952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34" name="Shape 232"/>
          <p:cNvSpPr/>
          <p:nvPr/>
        </p:nvSpPr>
        <p:spPr>
          <a:xfrm>
            <a:off x="11045952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35" name="Shape 233"/>
          <p:cNvSpPr/>
          <p:nvPr/>
        </p:nvSpPr>
        <p:spPr>
          <a:xfrm>
            <a:off x="11045952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36" name="Shape 234"/>
          <p:cNvSpPr/>
          <p:nvPr/>
        </p:nvSpPr>
        <p:spPr>
          <a:xfrm>
            <a:off x="11045952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37" name="Shape 235"/>
          <p:cNvSpPr/>
          <p:nvPr/>
        </p:nvSpPr>
        <p:spPr>
          <a:xfrm>
            <a:off x="11045952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38" name="Shape 236"/>
          <p:cNvSpPr/>
          <p:nvPr/>
        </p:nvSpPr>
        <p:spPr>
          <a:xfrm>
            <a:off x="11045952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39" name="Shape 237"/>
          <p:cNvSpPr/>
          <p:nvPr/>
        </p:nvSpPr>
        <p:spPr>
          <a:xfrm>
            <a:off x="11045952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40" name="Shape 238"/>
          <p:cNvSpPr/>
          <p:nvPr/>
        </p:nvSpPr>
        <p:spPr>
          <a:xfrm>
            <a:off x="11045952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41" name="Shape 239"/>
          <p:cNvSpPr/>
          <p:nvPr/>
        </p:nvSpPr>
        <p:spPr>
          <a:xfrm>
            <a:off x="11045952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42" name="Shape 240"/>
          <p:cNvSpPr/>
          <p:nvPr/>
        </p:nvSpPr>
        <p:spPr>
          <a:xfrm>
            <a:off x="11612880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43" name="Shape 241"/>
          <p:cNvSpPr/>
          <p:nvPr/>
        </p:nvSpPr>
        <p:spPr>
          <a:xfrm>
            <a:off x="11612880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44" name="Shape 242"/>
          <p:cNvSpPr/>
          <p:nvPr/>
        </p:nvSpPr>
        <p:spPr>
          <a:xfrm>
            <a:off x="11612880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45" name="Shape 243"/>
          <p:cNvSpPr/>
          <p:nvPr/>
        </p:nvSpPr>
        <p:spPr>
          <a:xfrm>
            <a:off x="11612880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46" name="Shape 244"/>
          <p:cNvSpPr/>
          <p:nvPr/>
        </p:nvSpPr>
        <p:spPr>
          <a:xfrm>
            <a:off x="11612880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47" name="Shape 245"/>
          <p:cNvSpPr/>
          <p:nvPr/>
        </p:nvSpPr>
        <p:spPr>
          <a:xfrm>
            <a:off x="11612880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48" name="Shape 246"/>
          <p:cNvSpPr/>
          <p:nvPr/>
        </p:nvSpPr>
        <p:spPr>
          <a:xfrm>
            <a:off x="11612880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49" name="Shape 247"/>
          <p:cNvSpPr/>
          <p:nvPr/>
        </p:nvSpPr>
        <p:spPr>
          <a:xfrm>
            <a:off x="11612880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50" name="Shape 248"/>
          <p:cNvSpPr/>
          <p:nvPr/>
        </p:nvSpPr>
        <p:spPr>
          <a:xfrm>
            <a:off x="11612880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51" name="Shape 249"/>
          <p:cNvSpPr/>
          <p:nvPr/>
        </p:nvSpPr>
        <p:spPr>
          <a:xfrm>
            <a:off x="11612880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52" name="Shape 250"/>
          <p:cNvSpPr/>
          <p:nvPr/>
        </p:nvSpPr>
        <p:spPr>
          <a:xfrm>
            <a:off x="11612880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53" name="Shape 251"/>
          <p:cNvSpPr/>
          <p:nvPr/>
        </p:nvSpPr>
        <p:spPr>
          <a:xfrm>
            <a:off x="11612880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54" name="Shape 252"/>
          <p:cNvSpPr/>
          <p:nvPr/>
        </p:nvSpPr>
        <p:spPr>
          <a:xfrm>
            <a:off x="12179808" y="27432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55" name="Shape 253"/>
          <p:cNvSpPr/>
          <p:nvPr/>
        </p:nvSpPr>
        <p:spPr>
          <a:xfrm>
            <a:off x="12179808" y="84124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56" name="Shape 254"/>
          <p:cNvSpPr/>
          <p:nvPr/>
        </p:nvSpPr>
        <p:spPr>
          <a:xfrm>
            <a:off x="12179808" y="140817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57" name="Shape 255"/>
          <p:cNvSpPr/>
          <p:nvPr/>
        </p:nvSpPr>
        <p:spPr>
          <a:xfrm>
            <a:off x="12179808" y="197510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58" name="Shape 256"/>
          <p:cNvSpPr/>
          <p:nvPr/>
        </p:nvSpPr>
        <p:spPr>
          <a:xfrm>
            <a:off x="12179808" y="254203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59" name="Shape 257"/>
          <p:cNvSpPr/>
          <p:nvPr/>
        </p:nvSpPr>
        <p:spPr>
          <a:xfrm>
            <a:off x="12179808" y="310896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60" name="Shape 258"/>
          <p:cNvSpPr/>
          <p:nvPr/>
        </p:nvSpPr>
        <p:spPr>
          <a:xfrm>
            <a:off x="12179808" y="367588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61" name="Shape 259"/>
          <p:cNvSpPr/>
          <p:nvPr/>
        </p:nvSpPr>
        <p:spPr>
          <a:xfrm>
            <a:off x="12179808" y="4242816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62" name="Shape 260"/>
          <p:cNvSpPr/>
          <p:nvPr/>
        </p:nvSpPr>
        <p:spPr>
          <a:xfrm>
            <a:off x="12179808" y="4809744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63" name="Shape 261"/>
          <p:cNvSpPr/>
          <p:nvPr/>
        </p:nvSpPr>
        <p:spPr>
          <a:xfrm>
            <a:off x="12179808" y="5376672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64" name="Shape 262"/>
          <p:cNvSpPr/>
          <p:nvPr/>
        </p:nvSpPr>
        <p:spPr>
          <a:xfrm>
            <a:off x="12179808" y="5943600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65" name="Shape 263"/>
          <p:cNvSpPr/>
          <p:nvPr/>
        </p:nvSpPr>
        <p:spPr>
          <a:xfrm>
            <a:off x="12179808" y="6510528"/>
            <a:ext cx="32918" cy="32918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266" name="Shape 264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267" name="Shape 265"/>
          <p:cNvSpPr/>
          <p:nvPr/>
        </p:nvSpPr>
        <p:spPr>
          <a:xfrm>
            <a:off x="-2286000" y="3474720"/>
            <a:ext cx="5486400" cy="54864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268" name="Shape 266"/>
          <p:cNvSpPr/>
          <p:nvPr/>
        </p:nvSpPr>
        <p:spPr>
          <a:xfrm>
            <a:off x="9966960" y="640080"/>
            <a:ext cx="1371600" cy="1371600"/>
          </a:xfrm>
          <a:prstGeom prst="ellipse">
            <a:avLst/>
          </a:prstGeom>
          <a:solidFill>
            <a:srgbClr val="1A2456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269" name="Image 0" descr="icons/shield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4" y="969264"/>
            <a:ext cx="713232" cy="713232"/>
          </a:xfrm>
          <a:prstGeom prst="rect">
            <a:avLst/>
          </a:prstGeom>
        </p:spPr>
      </p:pic>
      <p:sp>
        <p:nvSpPr>
          <p:cNvPr id="270" name="Shape 267"/>
          <p:cNvSpPr/>
          <p:nvPr/>
        </p:nvSpPr>
        <p:spPr>
          <a:xfrm>
            <a:off x="9646920" y="320040"/>
            <a:ext cx="2011680" cy="2011680"/>
          </a:xfrm>
          <a:prstGeom prst="ellipse">
            <a:avLst/>
          </a:prstGeom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9326880" y="0"/>
            <a:ext cx="2651760" cy="2651760"/>
          </a:xfrm>
          <a:prstGeom prst="ellipse">
            <a:avLst/>
          </a:prstGeom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272" name="Text 269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73" name="Text 270"/>
          <p:cNvSpPr/>
          <p:nvPr/>
        </p:nvSpPr>
        <p:spPr>
          <a:xfrm>
            <a:off x="777240" y="17830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Shield</a:t>
            </a:r>
            <a:endParaRPr lang="en-US" sz="5400" dirty="0"/>
          </a:p>
        </p:txBody>
      </p:sp>
      <p:sp>
        <p:nvSpPr>
          <p:cNvPr id="274" name="Text 271"/>
          <p:cNvSpPr/>
          <p:nvPr/>
        </p:nvSpPr>
        <p:spPr>
          <a:xfrm>
            <a:off x="822960" y="288036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Future-Ready Secure Communication Framework with Hybrid Cryptographic</a:t>
            </a:r>
            <a:endParaRPr lang="en-US" sz="1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Post-Quantum Cryptographic Readiness</a:t>
            </a:r>
            <a:endParaRPr lang="en-US" sz="1700" dirty="0"/>
          </a:p>
        </p:txBody>
      </p:sp>
      <p:sp>
        <p:nvSpPr>
          <p:cNvPr id="275" name="Shape 272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76" name="Text 273"/>
          <p:cNvSpPr/>
          <p:nvPr/>
        </p:nvSpPr>
        <p:spPr>
          <a:xfrm>
            <a:off x="822960" y="42519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00" dirty="0"/>
          </a:p>
        </p:txBody>
      </p:sp>
      <p:sp>
        <p:nvSpPr>
          <p:cNvPr id="277" name="Text 274"/>
          <p:cNvSpPr/>
          <p:nvPr/>
        </p:nvSpPr>
        <p:spPr>
          <a:xfrm>
            <a:off x="896112" y="46330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Pramith</a:t>
            </a:r>
            <a:endParaRPr lang="en-US" sz="15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Chandu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Prasad</a:t>
            </a:r>
            <a:endParaRPr lang="en-US" sz="1500" dirty="0"/>
          </a:p>
        </p:txBody>
      </p:sp>
      <p:sp>
        <p:nvSpPr>
          <p:cNvPr id="278" name="Text 275"/>
          <p:cNvSpPr/>
          <p:nvPr/>
        </p:nvSpPr>
        <p:spPr>
          <a:xfrm>
            <a:off x="4389120" y="42519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NUMBER</a:t>
            </a:r>
            <a:endParaRPr lang="en-US" sz="1000" dirty="0"/>
          </a:p>
        </p:txBody>
      </p:sp>
      <p:sp>
        <p:nvSpPr>
          <p:cNvPr id="279" name="Text 276"/>
          <p:cNvSpPr/>
          <p:nvPr/>
        </p:nvSpPr>
        <p:spPr>
          <a:xfrm>
            <a:off x="4389120" y="46330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192372174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192372119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192324187</a:t>
            </a:r>
            <a:endParaRPr lang="en-US" sz="1500" dirty="0"/>
          </a:p>
        </p:txBody>
      </p:sp>
      <p:sp>
        <p:nvSpPr>
          <p:cNvPr id="280" name="Text 277"/>
          <p:cNvSpPr/>
          <p:nvPr/>
        </p:nvSpPr>
        <p:spPr>
          <a:xfrm>
            <a:off x="7955280" y="42519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81" name="Text 278"/>
          <p:cNvSpPr/>
          <p:nvPr/>
        </p:nvSpPr>
        <p:spPr>
          <a:xfrm>
            <a:off x="8004048" y="47930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CSE-AI</a:t>
            </a:r>
          </a:p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CSE-AI</a:t>
            </a:r>
          </a:p>
          <a:p>
            <a:r>
              <a:rPr lang="en-US" sz="1500" b="1" dirty="0">
                <a:solidFill>
                  <a:schemeClr val="bg1"/>
                </a:solidFill>
              </a:rPr>
              <a:t>AIDS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282" name="Text 279"/>
          <p:cNvSpPr/>
          <p:nvPr/>
        </p:nvSpPr>
        <p:spPr>
          <a:xfrm>
            <a:off x="822960" y="51206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000" dirty="0"/>
          </a:p>
        </p:txBody>
      </p:sp>
      <p:sp>
        <p:nvSpPr>
          <p:cNvPr id="283" name="Text 280"/>
          <p:cNvSpPr/>
          <p:nvPr/>
        </p:nvSpPr>
        <p:spPr>
          <a:xfrm>
            <a:off x="772960" y="548149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[Saveetha Institute Of Medical and Technical Sciences]</a:t>
            </a:r>
            <a:endParaRPr lang="en-US" sz="1500" dirty="0"/>
          </a:p>
        </p:txBody>
      </p:sp>
      <p:sp>
        <p:nvSpPr>
          <p:cNvPr id="284" name="Text 281"/>
          <p:cNvSpPr/>
          <p:nvPr/>
        </p:nvSpPr>
        <p:spPr>
          <a:xfrm>
            <a:off x="4389120" y="51206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000" dirty="0"/>
          </a:p>
        </p:txBody>
      </p:sp>
      <p:sp>
        <p:nvSpPr>
          <p:cNvPr id="285" name="Text 282"/>
          <p:cNvSpPr/>
          <p:nvPr/>
        </p:nvSpPr>
        <p:spPr>
          <a:xfrm>
            <a:off x="4389120" y="53766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ANBALAGAN E</a:t>
            </a:r>
            <a:endParaRPr lang="en-US" sz="1500" dirty="0"/>
          </a:p>
        </p:txBody>
      </p:sp>
      <p:sp>
        <p:nvSpPr>
          <p:cNvPr id="286" name="Text 283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placeholders — replace with actual details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63624"/>
            <a:ext cx="237744" cy="237744"/>
          </a:xfrm>
          <a:prstGeom prst="ellipse">
            <a:avLst/>
          </a:prstGeom>
          <a:solidFill>
            <a:srgbClr val="1A245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63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web-based communication 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resilient to both </a:t>
            </a: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and quantum adversaries</a:t>
            </a:r>
            <a:endParaRPr lang="en-US" sz="1500" b="1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237744" cy="237744"/>
          </a:xfrm>
          <a:prstGeom prst="ellipse">
            <a:avLst/>
          </a:prstGeom>
          <a:solidFill>
            <a:srgbClr val="1A245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35000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Cryptographic Model combining classical algorithms with post-quantum algorithms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237744" cy="237744"/>
          </a:xfrm>
          <a:prstGeom prst="ellipse">
            <a:avLst/>
          </a:prstGeom>
          <a:solidFill>
            <a:srgbClr val="1A245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46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191256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 / ECC(Elliptic Curve Crypto) 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classical key exchange, layered with </a:t>
            </a: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KEM (CRYSTALS-Kyber)</a:t>
            </a:r>
            <a:endParaRPr lang="en-US" sz="1500" b="1" dirty="0"/>
          </a:p>
        </p:txBody>
      </p:sp>
      <p:sp>
        <p:nvSpPr>
          <p:cNvPr id="15" name="Shape 13"/>
          <p:cNvSpPr/>
          <p:nvPr/>
        </p:nvSpPr>
        <p:spPr>
          <a:xfrm>
            <a:off x="548640" y="4087368"/>
            <a:ext cx="237744" cy="237744"/>
          </a:xfrm>
          <a:prstGeom prst="ellipse">
            <a:avLst/>
          </a:prstGeom>
          <a:solidFill>
            <a:srgbClr val="1A245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0873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032504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AES-256-GCM(</a:t>
            </a:r>
            <a:r>
              <a:rPr lang="en-US" sz="15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Galios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Counter Mode)  for symmetric message encryption(Advanced Encryption Standard)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0" y="1563624"/>
            <a:ext cx="237744" cy="237744"/>
          </a:xfrm>
          <a:prstGeom prst="ellipse">
            <a:avLst/>
          </a:prstGeom>
          <a:solidFill>
            <a:srgbClr val="1A2456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563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15087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digital signatures (</a:t>
            </a: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CRYSTALS-Dilithium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with </a:t>
            </a: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integrity &amp; authenticity (Secure Hash Algorithm)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0" y="2404872"/>
            <a:ext cx="237744" cy="237744"/>
          </a:xfrm>
          <a:prstGeom prst="ellipse">
            <a:avLst/>
          </a:prstGeom>
          <a:solidFill>
            <a:srgbClr val="1A2456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2404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235000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 against "Harvest Now, Decrypt Later" quantum threats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17920" y="3246120"/>
            <a:ext cx="237744" cy="237744"/>
          </a:xfrm>
          <a:prstGeom prst="ellipse">
            <a:avLst/>
          </a:prstGeom>
          <a:solidFill>
            <a:srgbClr val="1A2456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246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0" y="3191256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 and encrypted file sharing; server stores only encrypted data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0" y="4087368"/>
            <a:ext cx="237744" cy="237744"/>
          </a:xfrm>
          <a:prstGeom prst="ellipse">
            <a:avLst/>
          </a:prstGeom>
          <a:solidFill>
            <a:srgbClr val="1A2456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40873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83680" y="4032504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cryptographic visualization module for hybrid &amp; PQC operations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0B1233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" y="5257800"/>
            <a:ext cx="2331720" cy="640080"/>
          </a:xfrm>
          <a:prstGeom prst="roundRect">
            <a:avLst>
              <a:gd name="adj" fmla="val 11429"/>
            </a:avLst>
          </a:prstGeom>
          <a:solidFill>
            <a:srgbClr val="1A2456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257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154680" y="5257800"/>
            <a:ext cx="39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3550920" y="5257800"/>
            <a:ext cx="2331720" cy="64008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50920" y="5257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Encryption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(Classical + PQC)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882640" y="5257800"/>
            <a:ext cx="39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278880" y="5257800"/>
            <a:ext cx="2331720" cy="640080"/>
          </a:xfrm>
          <a:prstGeom prst="roundRect">
            <a:avLst>
              <a:gd name="adj" fmla="val 11429"/>
            </a:avLst>
          </a:prstGeom>
          <a:solidFill>
            <a:srgbClr val="1A2456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8880" y="5257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610600" y="5257800"/>
            <a:ext cx="39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9006840" y="5257800"/>
            <a:ext cx="2331720" cy="640080"/>
          </a:xfrm>
          <a:prstGeom prst="roundRect">
            <a:avLst>
              <a:gd name="adj" fmla="val 11429"/>
            </a:avLst>
          </a:prstGeom>
          <a:solidFill>
            <a:srgbClr val="1A2456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06840" y="5257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120640" cy="4617720"/>
          </a:xfrm>
          <a:prstGeom prst="roundRect">
            <a:avLst>
              <a:gd name="adj" fmla="val 1584"/>
            </a:avLst>
          </a:prstGeom>
          <a:solidFill>
            <a:srgbClr val="0B1233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8" name="Image 0" descr="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191475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8105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25146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messaging systems rely solely on classical cryptography (RSA/ECC), vulnerable to future quantum computers running Shor's Algorithm.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3703320"/>
            <a:ext cx="4480560" cy="0"/>
          </a:xfrm>
          <a:prstGeom prst="line">
            <a:avLst/>
          </a:prstGeom>
          <a:noFill/>
          <a:ln w="12700">
            <a:solidFill>
              <a:srgbClr val="2A35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84048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Adversaries can harvest encrypted data today and decrypt it once large-scale quantum computers become available — putting long-term confidentiality at risk.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" y="5212080"/>
            <a:ext cx="4480560" cy="685800"/>
          </a:xfrm>
          <a:prstGeom prst="roundRect">
            <a:avLst>
              <a:gd name="adj" fmla="val 8000"/>
            </a:avLst>
          </a:prstGeom>
          <a:solidFill>
            <a:srgbClr val="1A2456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52120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"Harvest Now, Decrypt Later"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89320" y="1508760"/>
            <a:ext cx="411480" cy="411480"/>
          </a:xfrm>
          <a:prstGeom prst="ellipse">
            <a:avLst/>
          </a:prstGeom>
          <a:solidFill>
            <a:srgbClr val="EFE9FE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16" name="Image 1" descr="icons/shield_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075" y="1607515"/>
            <a:ext cx="213970" cy="21397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37960" y="1508760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secure real-time messaging app resilient to classical and quantum attacks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89320" y="2130552"/>
            <a:ext cx="411480" cy="411480"/>
          </a:xfrm>
          <a:prstGeom prst="ellipse">
            <a:avLst/>
          </a:prstGeom>
          <a:solidFill>
            <a:srgbClr val="EFE9FE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19" name="Image 2" descr="icons/layers_vio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8075" y="2229307"/>
            <a:ext cx="213970" cy="21397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37960" y="2130552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Hybrid Cryptographic model (classical + post-quantum)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989320" y="2752344"/>
            <a:ext cx="411480" cy="411480"/>
          </a:xfrm>
          <a:prstGeom prst="ellipse">
            <a:avLst/>
          </a:prstGeom>
          <a:solidFill>
            <a:srgbClr val="EFE9FE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22" name="Image 3" descr="icons/key_vio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8075" y="2851099"/>
            <a:ext cx="213970" cy="21397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37960" y="2752344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post-quantum key encapsulation and digital signatures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989320" y="3374136"/>
            <a:ext cx="411480" cy="411480"/>
          </a:xfrm>
          <a:prstGeom prst="ellipse">
            <a:avLst/>
          </a:prstGeom>
          <a:solidFill>
            <a:srgbClr val="EFE9FE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25" name="Image 4" descr="icons/usercheck_vio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8075" y="3472891"/>
            <a:ext cx="213970" cy="21397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537960" y="3374136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only sender and receiver can read messages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5989320" y="3995928"/>
            <a:ext cx="411480" cy="411480"/>
          </a:xfrm>
          <a:prstGeom prst="ellipse">
            <a:avLst/>
          </a:prstGeom>
          <a:solidFill>
            <a:srgbClr val="EFE9FE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28" name="Image 5" descr="icons/eye_viol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8075" y="4094683"/>
            <a:ext cx="213970" cy="21397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537960" y="3995928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user privacy against present and future quantum threats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5989320" y="4617720"/>
            <a:ext cx="411480" cy="411480"/>
          </a:xfrm>
          <a:prstGeom prst="ellipse">
            <a:avLst/>
          </a:prstGeom>
          <a:solidFill>
            <a:srgbClr val="EFE9FE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31" name="Image 6" descr="icons/activity_viol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8075" y="4716475"/>
            <a:ext cx="213970" cy="21397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537960" y="4617720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cryptographic operations via interactive visualization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5989320" y="5239512"/>
            <a:ext cx="411480" cy="411480"/>
          </a:xfrm>
          <a:prstGeom prst="ellipse">
            <a:avLst/>
          </a:prstGeom>
          <a:solidFill>
            <a:srgbClr val="EFE9FE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34" name="Image 7" descr="icons/server_viole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8075" y="5338267"/>
            <a:ext cx="213970" cy="21397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537960" y="5239512"/>
            <a:ext cx="5074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scalable, quantum-ready web application using modern tech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="" xmlns:a16="http://schemas.microsoft.com/office/drawing/2014/main" id="{657D9E09-5F0D-DFB4-8052-664E5315C980}"/>
              </a:ext>
            </a:extLst>
          </p:cNvPr>
          <p:cNvSpPr/>
          <p:nvPr/>
        </p:nvSpPr>
        <p:spPr>
          <a:xfrm>
            <a:off x="548640" y="3471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="" xmlns:a16="http://schemas.microsoft.com/office/drawing/2014/main" id="{013B6519-B725-B9AF-A387-E4AE36BB16EB}"/>
              </a:ext>
            </a:extLst>
          </p:cNvPr>
          <p:cNvSpPr/>
          <p:nvPr/>
        </p:nvSpPr>
        <p:spPr>
          <a:xfrm>
            <a:off x="548640" y="63971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11" name="Text 4">
            <a:extLst>
              <a:ext uri="{FF2B5EF4-FFF2-40B4-BE49-F238E27FC236}">
                <a16:creationId xmlns="" xmlns:a16="http://schemas.microsoft.com/office/drawing/2014/main" id="{60B30A66-E780-C9FD-F195-4EB0876355C6}"/>
              </a:ext>
            </a:extLst>
          </p:cNvPr>
          <p:cNvSpPr/>
          <p:nvPr/>
        </p:nvSpPr>
        <p:spPr>
          <a:xfrm>
            <a:off x="548640" y="1170064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and research on hybrid &amp; post-quantum secure communication (2024 – 2025)</a:t>
            </a:r>
            <a:endParaRPr lang="en-US" sz="1200" dirty="0"/>
          </a:p>
        </p:txBody>
      </p:sp>
      <p:graphicFrame>
        <p:nvGraphicFramePr>
          <p:cNvPr id="13" name="Table 0">
            <a:extLst>
              <a:ext uri="{FF2B5EF4-FFF2-40B4-BE49-F238E27FC236}">
                <a16:creationId xmlns="" xmlns:a16="http://schemas.microsoft.com/office/drawing/2014/main" id="{E6B002A5-EBEF-9B71-53A4-BB01C6092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880596"/>
              </p:ext>
            </p:extLst>
          </p:nvPr>
        </p:nvGraphicFramePr>
        <p:xfrm>
          <a:off x="548640" y="1590688"/>
          <a:ext cx="11064240" cy="424738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/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3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PQXDH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(Kret &amp; Schmidt, Signal Foundation)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Kyber (ML-KEM) + X25519 hybrid key agreement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Deployed hybrid PQC in a production E2E messenger; mitigates "harvest now, decrypt later"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2024–25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 / Cloudflare Hybrid TLS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(Google, Cloudflare)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X25519Kyber768 hybrid key exchange in TLS 1.3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real-world PQC rollout to date; validated hybrid PQC at internet scale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Rubio-Garcia et al., IEEE CAMAD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Quantum-resistant TLS 1.3 combining classical, quantum &amp; PQC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handshake integrating QKD with PQC for TLS channels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Garms et al., Adv. Quantum Technologies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Muckle++ hybrid QKD + PQC key exchange protocol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 hybrid quantum-safe cryptosystem with forward &amp; post-compromise security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Alnahawi et al., IACR CiC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survey of Post-Quantum TLS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Systematized migration strategies and open challenges for PQ-secure transport protocols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Buruaga et al., Computer Networks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quantum-safe TLS integration in SDN networks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 hybrid PQC beyond point-to-point links into programmable network infrastructure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Shape 5">
            <a:extLst>
              <a:ext uri="{FF2B5EF4-FFF2-40B4-BE49-F238E27FC236}">
                <a16:creationId xmlns="" xmlns:a16="http://schemas.microsoft.com/office/drawing/2014/main" id="{6BC74A99-5AEE-FEAA-CA5C-0FE7597FEB5D}"/>
              </a:ext>
            </a:extLst>
          </p:cNvPr>
          <p:cNvSpPr/>
          <p:nvPr/>
        </p:nvSpPr>
        <p:spPr>
          <a:xfrm>
            <a:off x="548640" y="5833504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FE9FE"/>
          </a:solidFill>
          <a:ln/>
        </p:spPr>
      </p:sp>
      <p:sp>
        <p:nvSpPr>
          <p:cNvPr id="17" name="Text 6">
            <a:extLst>
              <a:ext uri="{FF2B5EF4-FFF2-40B4-BE49-F238E27FC236}">
                <a16:creationId xmlns="" xmlns:a16="http://schemas.microsoft.com/office/drawing/2014/main" id="{698CD777-2F0D-1CD7-7E17-2E165814A2BC}"/>
              </a:ext>
            </a:extLst>
          </p:cNvPr>
          <p:cNvSpPr/>
          <p:nvPr/>
        </p:nvSpPr>
        <p:spPr>
          <a:xfrm>
            <a:off x="777240" y="5833504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targets TLS/browser transport or requires dedicated QKD hardware. Quantum Shield applies hybrid classical + PQC (Kyber + Dilithium) directly to an application-layer, real-time chat system with zero plaintext server storage.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41754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/ Workflow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0B12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91056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91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148132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481328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0B12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591056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407408" y="1591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148132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Key Pair Generation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(RSA/ECC + Kyber)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481328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0B12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56448" y="1591056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156448" y="1591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03920" y="1481328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Keys Stored in MongoDB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2697480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0B12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6448" y="2807208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8156448" y="2807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03920" y="26974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Request → Acceptance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97680" y="2697480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0B12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07408" y="2807208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407408" y="2807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54880" y="26974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Key Encapsulation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(Classical + Kyber KEM → Shared Secret)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2697480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0B12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2807208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2807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05840" y="26974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Session Key Derivation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3913632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0B12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402336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05840" y="3913632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Message Encryption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297680" y="3913632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0B12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07408" y="402336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4407408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754880" y="3913632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with Dilithium + SHA-256 Hash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046720" y="3913632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0B1233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56448" y="402336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8156448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503920" y="3913632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Ciphertext via Socket.IO → Node.js Server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069080" y="177850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818120" y="177850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 rot="10800000">
            <a:off x="7818120" y="29946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069080" y="421081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7818120" y="421081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9715500" y="244144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2217420" y="365760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FE9FE"/>
          </a:solidFill>
          <a:ln/>
        </p:spPr>
      </p:sp>
      <p:sp>
        <p:nvSpPr>
          <p:cNvPr id="51" name="Shape 49"/>
          <p:cNvSpPr/>
          <p:nvPr/>
        </p:nvSpPr>
        <p:spPr>
          <a:xfrm>
            <a:off x="749808" y="5257800"/>
            <a:ext cx="658368" cy="658368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52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16" y="5415808"/>
            <a:ext cx="342351" cy="342351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1554480" y="521208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stores only: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· Encapsulated Hybrid Key · IV · Signature &amp; Hash.  Receiver decapsulates the shared secret, decrypts the AES key, verifies the signature, and decrypts the message.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never stores plaintext messages — every session is protected by both classical and post-quantum cryptography.</a:t>
            </a:r>
            <a:endParaRPr lang="en-US" sz="1100" dirty="0"/>
          </a:p>
        </p:txBody>
      </p:sp>
      <p:sp>
        <p:nvSpPr>
          <p:cNvPr id="58" name="Text 42">
            <a:extLst>
              <a:ext uri="{FF2B5EF4-FFF2-40B4-BE49-F238E27FC236}">
                <a16:creationId xmlns="" xmlns:a16="http://schemas.microsoft.com/office/drawing/2014/main" id="{3CD8E4C7-B909-F383-FA59-1ACAA4A13586}"/>
              </a:ext>
            </a:extLst>
          </p:cNvPr>
          <p:cNvSpPr/>
          <p:nvPr/>
        </p:nvSpPr>
        <p:spPr>
          <a:xfrm rot="10800000">
            <a:off x="4064508" y="3009253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5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11880" cy="2044668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91640"/>
            <a:ext cx="457200" cy="457200"/>
          </a:xfrm>
          <a:prstGeom prst="ellipse">
            <a:avLst/>
          </a:prstGeom>
          <a:solidFill>
            <a:srgbClr val="0891B2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8" name="Image 0" descr="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80136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6733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9808" y="2221992"/>
            <a:ext cx="32095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6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6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6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43400" y="1508760"/>
            <a:ext cx="3611880" cy="2044668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44568" y="1691640"/>
            <a:ext cx="457200" cy="457200"/>
          </a:xfrm>
          <a:prstGeom prst="ellipse">
            <a:avLst/>
          </a:prstGeom>
          <a:solidFill>
            <a:srgbClr val="1A2456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13" name="Image 1" descr="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80136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16733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44568" y="2221992"/>
            <a:ext cx="32095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6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6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138160" y="1508760"/>
            <a:ext cx="3611880" cy="2044668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39328" y="1691640"/>
            <a:ext cx="457200" cy="457200"/>
          </a:xfrm>
          <a:prstGeom prst="ellipse">
            <a:avLst/>
          </a:prstGeom>
          <a:solidFill>
            <a:srgbClr val="0891B2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18" name="Image 2" descr="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180136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15400" y="16733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39328" y="2221992"/>
            <a:ext cx="32095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6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Express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457200" y="3954779"/>
            <a:ext cx="3611880" cy="2029331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8368" y="4137660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23" name="Image 3" descr="icons/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424738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34440" y="41193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— Classical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68096" y="4585252"/>
            <a:ext cx="3209544" cy="12831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 / ECC</a:t>
            </a:r>
            <a:endParaRPr lang="en-US" sz="16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6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6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6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4343400" y="3954780"/>
            <a:ext cx="3611880" cy="202933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44568" y="4137660"/>
            <a:ext cx="457200" cy="457200"/>
          </a:xfrm>
          <a:prstGeom prst="ellipse">
            <a:avLst/>
          </a:prstGeom>
          <a:solidFill>
            <a:srgbClr val="5B21B6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28" name="Image 4" descr="icons/ke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4247388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20640" y="41193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— Post-Quantum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4544568" y="4668012"/>
            <a:ext cx="32095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CRYSTALS-Kyber (KEM)</a:t>
            </a:r>
            <a:endParaRPr lang="en-US" sz="16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CRYSTALS-Dilithium (Signatures)</a:t>
            </a:r>
            <a:endParaRPr lang="en-US" sz="16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liboqs / Open Quantum Safe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8138160" y="3954779"/>
            <a:ext cx="3611880" cy="191358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339328" y="4137660"/>
            <a:ext cx="457200" cy="457200"/>
          </a:xfrm>
          <a:prstGeom prst="ellipse">
            <a:avLst/>
          </a:prstGeom>
          <a:solidFill>
            <a:srgbClr val="1A2456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33" name="Image 5" descr="icons/zap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9056" y="4247388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15400" y="41193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&amp; Deployment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8339328" y="4668012"/>
            <a:ext cx="32095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6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6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17952"/>
            <a:ext cx="4753033" cy="4208528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97890"/>
            <a:ext cx="4753033" cy="916709"/>
          </a:xfrm>
          <a:prstGeom prst="roundRect">
            <a:avLst>
              <a:gd name="adj" fmla="val 7273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056244"/>
            <a:ext cx="4753033" cy="458355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785976"/>
            <a:ext cx="483359" cy="500023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10" name="Image 0" descr="icons/user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5" y="1894315"/>
            <a:ext cx="260012" cy="2600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705762"/>
            <a:ext cx="3705755" cy="3333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554480" y="2063420"/>
            <a:ext cx="3705755" cy="250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D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User Management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68680" y="2826074"/>
            <a:ext cx="96672" cy="100005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1115568" y="2778852"/>
            <a:ext cx="3987714" cy="3666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" y="3283274"/>
            <a:ext cx="96672" cy="100005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3"/>
          <p:cNvSpPr/>
          <p:nvPr/>
        </p:nvSpPr>
        <p:spPr>
          <a:xfrm>
            <a:off x="1115568" y="3236052"/>
            <a:ext cx="3987714" cy="3666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3740474"/>
            <a:ext cx="96672" cy="100005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1115568" y="3693252"/>
            <a:ext cx="3987714" cy="3666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68680" y="4197674"/>
            <a:ext cx="96672" cy="100005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1115568" y="4150452"/>
            <a:ext cx="3987714" cy="3666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(bcrypt)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68680" y="4654874"/>
            <a:ext cx="96672" cy="100005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19"/>
          <p:cNvSpPr/>
          <p:nvPr/>
        </p:nvSpPr>
        <p:spPr>
          <a:xfrm>
            <a:off x="1115568" y="4607652"/>
            <a:ext cx="3987714" cy="3666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Key Pair Generation (RSA/ECC + Kyber)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68680" y="5112074"/>
            <a:ext cx="96672" cy="100005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1"/>
          <p:cNvSpPr/>
          <p:nvPr/>
        </p:nvSpPr>
        <p:spPr>
          <a:xfrm>
            <a:off x="1115568" y="5064852"/>
            <a:ext cx="3987714" cy="3666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Request Management</a:t>
            </a:r>
            <a:endParaRPr lang="en-US" sz="125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46668DF-04E1-5B9B-429E-14C4DB2580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94" t="9287" r="6918" b="4376"/>
          <a:stretch>
            <a:fillRect/>
          </a:stretch>
        </p:blipFill>
        <p:spPr>
          <a:xfrm>
            <a:off x="5508396" y="1597890"/>
            <a:ext cx="6383013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6" y="400050"/>
            <a:ext cx="6351948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985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43" y="763929"/>
            <a:ext cx="11208152" cy="609407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0470" y="201001"/>
            <a:ext cx="3669176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Module 1: Output</a:t>
            </a:r>
            <a:endParaRPr lang="en-US" sz="3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34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2">
            <a:extLst>
              <a:ext uri="{FF2B5EF4-FFF2-40B4-BE49-F238E27FC236}">
                <a16:creationId xmlns="" xmlns:a16="http://schemas.microsoft.com/office/drawing/2014/main" id="{ED298C30-2C56-8CF9-9AA6-951B8161CC6D}"/>
              </a:ext>
            </a:extLst>
          </p:cNvPr>
          <p:cNvSpPr/>
          <p:nvPr/>
        </p:nvSpPr>
        <p:spPr>
          <a:xfrm>
            <a:off x="767999" y="1139313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11" name="Shape 23">
            <a:extLst>
              <a:ext uri="{FF2B5EF4-FFF2-40B4-BE49-F238E27FC236}">
                <a16:creationId xmlns="" xmlns:a16="http://schemas.microsoft.com/office/drawing/2014/main" id="{C6D2A229-A35B-C3DC-F693-2F2D3EDC8699}"/>
              </a:ext>
            </a:extLst>
          </p:cNvPr>
          <p:cNvSpPr/>
          <p:nvPr/>
        </p:nvSpPr>
        <p:spPr>
          <a:xfrm>
            <a:off x="767999" y="1139313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0891B2"/>
          </a:solidFill>
          <a:ln/>
        </p:spPr>
      </p:sp>
      <p:sp>
        <p:nvSpPr>
          <p:cNvPr id="13" name="Shape 24">
            <a:extLst>
              <a:ext uri="{FF2B5EF4-FFF2-40B4-BE49-F238E27FC236}">
                <a16:creationId xmlns="" xmlns:a16="http://schemas.microsoft.com/office/drawing/2014/main" id="{53F4A491-6A6E-7346-0B98-A30180D997DD}"/>
              </a:ext>
            </a:extLst>
          </p:cNvPr>
          <p:cNvSpPr/>
          <p:nvPr/>
        </p:nvSpPr>
        <p:spPr>
          <a:xfrm>
            <a:off x="767999" y="1642233"/>
            <a:ext cx="539496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Shape 25">
            <a:extLst>
              <a:ext uri="{FF2B5EF4-FFF2-40B4-BE49-F238E27FC236}">
                <a16:creationId xmlns="" xmlns:a16="http://schemas.microsoft.com/office/drawing/2014/main" id="{D5C4AF16-F609-82C1-CED9-3A8CC12CEDC3}"/>
              </a:ext>
            </a:extLst>
          </p:cNvPr>
          <p:cNvSpPr/>
          <p:nvPr/>
        </p:nvSpPr>
        <p:spPr>
          <a:xfrm>
            <a:off x="1042319" y="1367913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17" name="Image 1" descr="icons/message_white.png">
            <a:extLst>
              <a:ext uri="{FF2B5EF4-FFF2-40B4-BE49-F238E27FC236}">
                <a16:creationId xmlns="" xmlns:a16="http://schemas.microsoft.com/office/drawing/2014/main" id="{911616B6-4637-38CF-9725-0844BE581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993" y="1499587"/>
            <a:ext cx="285293" cy="285293"/>
          </a:xfrm>
          <a:prstGeom prst="rect">
            <a:avLst/>
          </a:prstGeom>
        </p:spPr>
      </p:pic>
      <p:sp>
        <p:nvSpPr>
          <p:cNvPr id="19" name="Text 26">
            <a:extLst>
              <a:ext uri="{FF2B5EF4-FFF2-40B4-BE49-F238E27FC236}">
                <a16:creationId xmlns="" xmlns:a16="http://schemas.microsoft.com/office/drawing/2014/main" id="{3FC478C9-55B1-8836-548E-FE29E9127516}"/>
              </a:ext>
            </a:extLst>
          </p:cNvPr>
          <p:cNvSpPr/>
          <p:nvPr/>
        </p:nvSpPr>
        <p:spPr>
          <a:xfrm>
            <a:off x="1773839" y="1303905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</a:t>
            </a:r>
            <a:endParaRPr lang="en-US" sz="1700" dirty="0"/>
          </a:p>
        </p:txBody>
      </p:sp>
      <p:sp>
        <p:nvSpPr>
          <p:cNvPr id="21" name="Text 27">
            <a:extLst>
              <a:ext uri="{FF2B5EF4-FFF2-40B4-BE49-F238E27FC236}">
                <a16:creationId xmlns="" xmlns:a16="http://schemas.microsoft.com/office/drawing/2014/main" id="{646ADBB4-A871-8A6E-FD40-F7FCCDD07DF8}"/>
              </a:ext>
            </a:extLst>
          </p:cNvPr>
          <p:cNvSpPr/>
          <p:nvPr/>
        </p:nvSpPr>
        <p:spPr>
          <a:xfrm>
            <a:off x="1773839" y="1669665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/>
              <a:t>Secure Messaging &amp; Cryptography</a:t>
            </a:r>
          </a:p>
        </p:txBody>
      </p:sp>
      <p:sp>
        <p:nvSpPr>
          <p:cNvPr id="23" name="Shape 28">
            <a:extLst>
              <a:ext uri="{FF2B5EF4-FFF2-40B4-BE49-F238E27FC236}">
                <a16:creationId xmlns="" xmlns:a16="http://schemas.microsoft.com/office/drawing/2014/main" id="{39FA405A-7166-D01B-D579-0FDFA84D3348}"/>
              </a:ext>
            </a:extLst>
          </p:cNvPr>
          <p:cNvSpPr/>
          <p:nvPr/>
        </p:nvSpPr>
        <p:spPr>
          <a:xfrm>
            <a:off x="1088039" y="2446905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9">
            <a:extLst>
              <a:ext uri="{FF2B5EF4-FFF2-40B4-BE49-F238E27FC236}">
                <a16:creationId xmlns="" xmlns:a16="http://schemas.microsoft.com/office/drawing/2014/main" id="{469238FD-050B-7A78-FCBE-40A6B034A2FD}"/>
              </a:ext>
            </a:extLst>
          </p:cNvPr>
          <p:cNvSpPr/>
          <p:nvPr/>
        </p:nvSpPr>
        <p:spPr>
          <a:xfrm>
            <a:off x="1316639" y="2296029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Secure Chat</a:t>
            </a:r>
            <a:endParaRPr lang="en-US" sz="1250" dirty="0"/>
          </a:p>
        </p:txBody>
      </p:sp>
      <p:sp>
        <p:nvSpPr>
          <p:cNvPr id="27" name="Shape 30">
            <a:extLst>
              <a:ext uri="{FF2B5EF4-FFF2-40B4-BE49-F238E27FC236}">
                <a16:creationId xmlns="" xmlns:a16="http://schemas.microsoft.com/office/drawing/2014/main" id="{265A4E9C-F74F-0F66-0DF3-69E73D272F98}"/>
              </a:ext>
            </a:extLst>
          </p:cNvPr>
          <p:cNvSpPr/>
          <p:nvPr/>
        </p:nvSpPr>
        <p:spPr>
          <a:xfrm>
            <a:off x="1088039" y="2904105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31">
            <a:extLst>
              <a:ext uri="{FF2B5EF4-FFF2-40B4-BE49-F238E27FC236}">
                <a16:creationId xmlns="" xmlns:a16="http://schemas.microsoft.com/office/drawing/2014/main" id="{DBCAD641-267E-7113-B456-DD1D422E00C7}"/>
              </a:ext>
            </a:extLst>
          </p:cNvPr>
          <p:cNvSpPr/>
          <p:nvPr/>
        </p:nvSpPr>
        <p:spPr>
          <a:xfrm>
            <a:off x="1334927" y="2757801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Message Encryption</a:t>
            </a:r>
            <a:endParaRPr lang="en-US" sz="1250" dirty="0"/>
          </a:p>
        </p:txBody>
      </p:sp>
      <p:sp>
        <p:nvSpPr>
          <p:cNvPr id="31" name="Shape 32">
            <a:extLst>
              <a:ext uri="{FF2B5EF4-FFF2-40B4-BE49-F238E27FC236}">
                <a16:creationId xmlns="" xmlns:a16="http://schemas.microsoft.com/office/drawing/2014/main" id="{3FFC17B1-7211-6C77-15FB-2D16E3514151}"/>
              </a:ext>
            </a:extLst>
          </p:cNvPr>
          <p:cNvSpPr/>
          <p:nvPr/>
        </p:nvSpPr>
        <p:spPr>
          <a:xfrm>
            <a:off x="1088039" y="3361305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3" name="Text 33">
            <a:extLst>
              <a:ext uri="{FF2B5EF4-FFF2-40B4-BE49-F238E27FC236}">
                <a16:creationId xmlns="" xmlns:a16="http://schemas.microsoft.com/office/drawing/2014/main" id="{715514E4-BFBF-9662-793D-F5DF86925332}"/>
              </a:ext>
            </a:extLst>
          </p:cNvPr>
          <p:cNvSpPr/>
          <p:nvPr/>
        </p:nvSpPr>
        <p:spPr>
          <a:xfrm>
            <a:off x="1334927" y="3215001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Key Exchange (Classical + PQC KEM)</a:t>
            </a:r>
            <a:endParaRPr lang="en-US" sz="1250" dirty="0"/>
          </a:p>
        </p:txBody>
      </p:sp>
      <p:sp>
        <p:nvSpPr>
          <p:cNvPr id="35" name="Shape 34">
            <a:extLst>
              <a:ext uri="{FF2B5EF4-FFF2-40B4-BE49-F238E27FC236}">
                <a16:creationId xmlns="" xmlns:a16="http://schemas.microsoft.com/office/drawing/2014/main" id="{842A634E-0C51-3FF8-189E-777D44885D61}"/>
              </a:ext>
            </a:extLst>
          </p:cNvPr>
          <p:cNvSpPr/>
          <p:nvPr/>
        </p:nvSpPr>
        <p:spPr>
          <a:xfrm>
            <a:off x="1088039" y="3818505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7" name="Text 35">
            <a:extLst>
              <a:ext uri="{FF2B5EF4-FFF2-40B4-BE49-F238E27FC236}">
                <a16:creationId xmlns="" xmlns:a16="http://schemas.microsoft.com/office/drawing/2014/main" id="{D8A84D66-1B59-BE36-500F-77A8537ED9A7}"/>
              </a:ext>
            </a:extLst>
          </p:cNvPr>
          <p:cNvSpPr/>
          <p:nvPr/>
        </p:nvSpPr>
        <p:spPr>
          <a:xfrm>
            <a:off x="1334927" y="3691230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Message Sending/Receiving</a:t>
            </a:r>
            <a:endParaRPr lang="en-US" sz="1250" dirty="0"/>
          </a:p>
        </p:txBody>
      </p:sp>
      <p:sp>
        <p:nvSpPr>
          <p:cNvPr id="39" name="Shape 36">
            <a:extLst>
              <a:ext uri="{FF2B5EF4-FFF2-40B4-BE49-F238E27FC236}">
                <a16:creationId xmlns="" xmlns:a16="http://schemas.microsoft.com/office/drawing/2014/main" id="{6108AFBC-F9F4-A947-08F2-764B8752C0FE}"/>
              </a:ext>
            </a:extLst>
          </p:cNvPr>
          <p:cNvSpPr/>
          <p:nvPr/>
        </p:nvSpPr>
        <p:spPr>
          <a:xfrm>
            <a:off x="1088039" y="4275705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1" name="Text 37">
            <a:extLst>
              <a:ext uri="{FF2B5EF4-FFF2-40B4-BE49-F238E27FC236}">
                <a16:creationId xmlns="" xmlns:a16="http://schemas.microsoft.com/office/drawing/2014/main" id="{596B7707-7148-0C88-872E-2FC705A7A670}"/>
              </a:ext>
            </a:extLst>
          </p:cNvPr>
          <p:cNvSpPr/>
          <p:nvPr/>
        </p:nvSpPr>
        <p:spPr>
          <a:xfrm>
            <a:off x="1334927" y="4150372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CRYSTALS-</a:t>
            </a:r>
            <a:r>
              <a:rPr lang="en-US" sz="12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Dilithium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Digital Signature</a:t>
            </a:r>
            <a:endParaRPr lang="en-US" sz="1250" dirty="0"/>
          </a:p>
        </p:txBody>
      </p:sp>
      <p:sp>
        <p:nvSpPr>
          <p:cNvPr id="43" name="Shape 38">
            <a:extLst>
              <a:ext uri="{FF2B5EF4-FFF2-40B4-BE49-F238E27FC236}">
                <a16:creationId xmlns="" xmlns:a16="http://schemas.microsoft.com/office/drawing/2014/main" id="{CB9EAB1F-B731-AF7D-AE44-34929F882475}"/>
              </a:ext>
            </a:extLst>
          </p:cNvPr>
          <p:cNvSpPr/>
          <p:nvPr/>
        </p:nvSpPr>
        <p:spPr>
          <a:xfrm>
            <a:off x="1088039" y="4732905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5" name="Text 39">
            <a:extLst>
              <a:ext uri="{FF2B5EF4-FFF2-40B4-BE49-F238E27FC236}">
                <a16:creationId xmlns="" xmlns:a16="http://schemas.microsoft.com/office/drawing/2014/main" id="{EBA67378-03DA-2B3A-36B9-46BAE677ECBE}"/>
              </a:ext>
            </a:extLst>
          </p:cNvPr>
          <p:cNvSpPr/>
          <p:nvPr/>
        </p:nvSpPr>
        <p:spPr>
          <a:xfrm>
            <a:off x="1334927" y="4579016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Integrity Verification</a:t>
            </a:r>
            <a:endParaRPr lang="en-US" sz="1250" dirty="0"/>
          </a:p>
        </p:txBody>
      </p:sp>
      <p:sp>
        <p:nvSpPr>
          <p:cNvPr id="3" name="Shape 38">
            <a:extLst>
              <a:ext uri="{FF2B5EF4-FFF2-40B4-BE49-F238E27FC236}">
                <a16:creationId xmlns="" xmlns:a16="http://schemas.microsoft.com/office/drawing/2014/main" id="{686FF750-A8EB-5ABF-A965-2A3EC79F570C}"/>
              </a:ext>
            </a:extLst>
          </p:cNvPr>
          <p:cNvSpPr/>
          <p:nvPr/>
        </p:nvSpPr>
        <p:spPr>
          <a:xfrm>
            <a:off x="1086047" y="5080377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FC44E70-10E6-6B5A-6C71-5B3840DC1E48}"/>
              </a:ext>
            </a:extLst>
          </p:cNvPr>
          <p:cNvSpPr txBox="1"/>
          <p:nvPr/>
        </p:nvSpPr>
        <p:spPr>
          <a:xfrm>
            <a:off x="1316639" y="4981352"/>
            <a:ext cx="3380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Times New Roman" panose="02020603050405020304" pitchFamily="18" charset="0"/>
              </a:rPr>
              <a:t>Secure Socket.IO Communication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8CD7CF58-C77C-5DC0-FF6B-06BAF4671E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964" t="6352" r="1336" b="50000"/>
          <a:stretch>
            <a:fillRect/>
          </a:stretch>
        </p:blipFill>
        <p:spPr>
          <a:xfrm>
            <a:off x="6345838" y="1642233"/>
            <a:ext cx="5754125" cy="343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728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" t="1804" r="1016" b="1528"/>
          <a:stretch/>
        </p:blipFill>
        <p:spPr>
          <a:xfrm>
            <a:off x="238126" y="123824"/>
            <a:ext cx="11010899" cy="662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284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16" y="714374"/>
            <a:ext cx="5309559" cy="53057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97" y="714374"/>
            <a:ext cx="6152903" cy="53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995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754" y="1502071"/>
            <a:ext cx="5759730" cy="36255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69" y="1481557"/>
            <a:ext cx="5879940" cy="36460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0470" y="201001"/>
            <a:ext cx="3738624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Module 2: Output</a:t>
            </a:r>
            <a:endParaRPr lang="en-US" sz="3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179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2">
            <a:extLst>
              <a:ext uri="{FF2B5EF4-FFF2-40B4-BE49-F238E27FC236}">
                <a16:creationId xmlns="" xmlns:a16="http://schemas.microsoft.com/office/drawing/2014/main" id="{3F34CA02-0A8A-2969-9D6E-16AC967C4DBA}"/>
              </a:ext>
            </a:extLst>
          </p:cNvPr>
          <p:cNvSpPr/>
          <p:nvPr/>
        </p:nvSpPr>
        <p:spPr>
          <a:xfrm>
            <a:off x="721825" y="1139313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  <a:effectLst>
            <a:outerShdw blurRad="101600" dist="381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5" name="Shape 23">
            <a:extLst>
              <a:ext uri="{FF2B5EF4-FFF2-40B4-BE49-F238E27FC236}">
                <a16:creationId xmlns="" xmlns:a16="http://schemas.microsoft.com/office/drawing/2014/main" id="{566F62FE-034B-B60A-7740-C9A0FCF94752}"/>
              </a:ext>
            </a:extLst>
          </p:cNvPr>
          <p:cNvSpPr/>
          <p:nvPr/>
        </p:nvSpPr>
        <p:spPr>
          <a:xfrm>
            <a:off x="721825" y="1139313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0891B2"/>
          </a:solidFill>
          <a:ln/>
        </p:spPr>
      </p:sp>
      <p:sp>
        <p:nvSpPr>
          <p:cNvPr id="7" name="Shape 24">
            <a:extLst>
              <a:ext uri="{FF2B5EF4-FFF2-40B4-BE49-F238E27FC236}">
                <a16:creationId xmlns="" xmlns:a16="http://schemas.microsoft.com/office/drawing/2014/main" id="{C4F60A11-6770-8102-91CA-CAD402D33CA6}"/>
              </a:ext>
            </a:extLst>
          </p:cNvPr>
          <p:cNvSpPr/>
          <p:nvPr/>
        </p:nvSpPr>
        <p:spPr>
          <a:xfrm>
            <a:off x="721825" y="1642233"/>
            <a:ext cx="539496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Shape 25">
            <a:extLst>
              <a:ext uri="{FF2B5EF4-FFF2-40B4-BE49-F238E27FC236}">
                <a16:creationId xmlns="" xmlns:a16="http://schemas.microsoft.com/office/drawing/2014/main" id="{3781F71B-1A51-C12C-50A9-383D21B41657}"/>
              </a:ext>
            </a:extLst>
          </p:cNvPr>
          <p:cNvSpPr/>
          <p:nvPr/>
        </p:nvSpPr>
        <p:spPr>
          <a:xfrm>
            <a:off x="996145" y="1367913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11" name="Image 1" descr="icons/message_white.png">
            <a:extLst>
              <a:ext uri="{FF2B5EF4-FFF2-40B4-BE49-F238E27FC236}">
                <a16:creationId xmlns="" xmlns:a16="http://schemas.microsoft.com/office/drawing/2014/main" id="{0061090C-AF89-21AB-A4DD-C5B0961DA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819" y="1499587"/>
            <a:ext cx="285293" cy="285293"/>
          </a:xfrm>
          <a:prstGeom prst="rect">
            <a:avLst/>
          </a:prstGeom>
        </p:spPr>
      </p:pic>
      <p:sp>
        <p:nvSpPr>
          <p:cNvPr id="13" name="Text 26">
            <a:extLst>
              <a:ext uri="{FF2B5EF4-FFF2-40B4-BE49-F238E27FC236}">
                <a16:creationId xmlns="" xmlns:a16="http://schemas.microsoft.com/office/drawing/2014/main" id="{1FCB3A07-2665-C6F5-977B-66E78D9D31D8}"/>
              </a:ext>
            </a:extLst>
          </p:cNvPr>
          <p:cNvSpPr/>
          <p:nvPr/>
        </p:nvSpPr>
        <p:spPr>
          <a:xfrm>
            <a:off x="1727665" y="1303905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</a:t>
            </a:r>
            <a:endParaRPr lang="en-US" sz="1700" dirty="0"/>
          </a:p>
        </p:txBody>
      </p:sp>
      <p:sp>
        <p:nvSpPr>
          <p:cNvPr id="15" name="Text 27">
            <a:extLst>
              <a:ext uri="{FF2B5EF4-FFF2-40B4-BE49-F238E27FC236}">
                <a16:creationId xmlns="" xmlns:a16="http://schemas.microsoft.com/office/drawing/2014/main" id="{F792C970-E9C0-ECB2-0293-BBE0B15CEC26}"/>
              </a:ext>
            </a:extLst>
          </p:cNvPr>
          <p:cNvSpPr/>
          <p:nvPr/>
        </p:nvSpPr>
        <p:spPr>
          <a:xfrm>
            <a:off x="1727665" y="1669665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/>
              <a:t>Secure File </a:t>
            </a:r>
            <a:r>
              <a:rPr lang="en-US" sz="1150" dirty="0" smtClean="0"/>
              <a:t>&amp;  Database Management</a:t>
            </a:r>
            <a:endParaRPr lang="en-US" sz="1150" dirty="0"/>
          </a:p>
        </p:txBody>
      </p:sp>
      <p:sp>
        <p:nvSpPr>
          <p:cNvPr id="17" name="Shape 28">
            <a:extLst>
              <a:ext uri="{FF2B5EF4-FFF2-40B4-BE49-F238E27FC236}">
                <a16:creationId xmlns="" xmlns:a16="http://schemas.microsoft.com/office/drawing/2014/main" id="{7E56CE12-B6B0-9C52-FE27-77C9F818117E}"/>
              </a:ext>
            </a:extLst>
          </p:cNvPr>
          <p:cNvSpPr/>
          <p:nvPr/>
        </p:nvSpPr>
        <p:spPr>
          <a:xfrm>
            <a:off x="1041865" y="2446905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29">
            <a:extLst>
              <a:ext uri="{FF2B5EF4-FFF2-40B4-BE49-F238E27FC236}">
                <a16:creationId xmlns="" xmlns:a16="http://schemas.microsoft.com/office/drawing/2014/main" id="{42407931-88D2-E7C0-B117-F5A43B6ABC72}"/>
              </a:ext>
            </a:extLst>
          </p:cNvPr>
          <p:cNvSpPr/>
          <p:nvPr/>
        </p:nvSpPr>
        <p:spPr>
          <a:xfrm>
            <a:off x="1270465" y="2296029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</a:t>
            </a:r>
            <a:r>
              <a:rPr lang="en-US" sz="12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Application</a:t>
            </a:r>
            <a:endParaRPr lang="en-US" sz="1250" dirty="0"/>
          </a:p>
        </p:txBody>
      </p:sp>
      <p:sp>
        <p:nvSpPr>
          <p:cNvPr id="21" name="Shape 30">
            <a:extLst>
              <a:ext uri="{FF2B5EF4-FFF2-40B4-BE49-F238E27FC236}">
                <a16:creationId xmlns="" xmlns:a16="http://schemas.microsoft.com/office/drawing/2014/main" id="{B73DB5F3-56C9-D328-4EEB-0A85059AF29E}"/>
              </a:ext>
            </a:extLst>
          </p:cNvPr>
          <p:cNvSpPr/>
          <p:nvPr/>
        </p:nvSpPr>
        <p:spPr>
          <a:xfrm>
            <a:off x="1041865" y="2904105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31">
            <a:extLst>
              <a:ext uri="{FF2B5EF4-FFF2-40B4-BE49-F238E27FC236}">
                <a16:creationId xmlns="" xmlns:a16="http://schemas.microsoft.com/office/drawing/2014/main" id="{6C5FC2C7-E15F-64A5-2922-6349BC072ACE}"/>
              </a:ext>
            </a:extLst>
          </p:cNvPr>
          <p:cNvSpPr/>
          <p:nvPr/>
        </p:nvSpPr>
        <p:spPr>
          <a:xfrm>
            <a:off x="1288753" y="2757801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Encryption</a:t>
            </a:r>
            <a:endParaRPr lang="en-US" sz="1250" dirty="0"/>
          </a:p>
        </p:txBody>
      </p:sp>
      <p:sp>
        <p:nvSpPr>
          <p:cNvPr id="25" name="Shape 32">
            <a:extLst>
              <a:ext uri="{FF2B5EF4-FFF2-40B4-BE49-F238E27FC236}">
                <a16:creationId xmlns="" xmlns:a16="http://schemas.microsoft.com/office/drawing/2014/main" id="{B02B3EAD-5A60-5B56-077C-31D60EE00FEA}"/>
              </a:ext>
            </a:extLst>
          </p:cNvPr>
          <p:cNvSpPr/>
          <p:nvPr/>
        </p:nvSpPr>
        <p:spPr>
          <a:xfrm>
            <a:off x="1041865" y="3361305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33">
            <a:extLst>
              <a:ext uri="{FF2B5EF4-FFF2-40B4-BE49-F238E27FC236}">
                <a16:creationId xmlns="" xmlns:a16="http://schemas.microsoft.com/office/drawing/2014/main" id="{D85E12EB-6EFA-A173-94DB-1AB504EAEC9B}"/>
              </a:ext>
            </a:extLst>
          </p:cNvPr>
          <p:cNvSpPr/>
          <p:nvPr/>
        </p:nvSpPr>
        <p:spPr>
          <a:xfrm>
            <a:off x="1288753" y="3215001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 smtClean="0"/>
              <a:t>Mongo DB Management system</a:t>
            </a:r>
            <a:endParaRPr lang="en-US" sz="1250" dirty="0"/>
          </a:p>
        </p:txBody>
      </p:sp>
      <p:sp>
        <p:nvSpPr>
          <p:cNvPr id="29" name="Shape 34">
            <a:extLst>
              <a:ext uri="{FF2B5EF4-FFF2-40B4-BE49-F238E27FC236}">
                <a16:creationId xmlns="" xmlns:a16="http://schemas.microsoft.com/office/drawing/2014/main" id="{D3DD7611-DBBC-40ED-4014-BCD8DFAB645A}"/>
              </a:ext>
            </a:extLst>
          </p:cNvPr>
          <p:cNvSpPr/>
          <p:nvPr/>
        </p:nvSpPr>
        <p:spPr>
          <a:xfrm>
            <a:off x="1041865" y="3818505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35">
            <a:extLst>
              <a:ext uri="{FF2B5EF4-FFF2-40B4-BE49-F238E27FC236}">
                <a16:creationId xmlns="" xmlns:a16="http://schemas.microsoft.com/office/drawing/2014/main" id="{63C1BA7B-1E19-1FBE-A55A-A45A21AAACF5}"/>
              </a:ext>
            </a:extLst>
          </p:cNvPr>
          <p:cNvSpPr/>
          <p:nvPr/>
        </p:nvSpPr>
        <p:spPr>
          <a:xfrm>
            <a:off x="1288753" y="3691230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data Encryption </a:t>
            </a:r>
            <a:endParaRPr lang="en-US" sz="1250" dirty="0"/>
          </a:p>
        </p:txBody>
      </p:sp>
      <p:sp>
        <p:nvSpPr>
          <p:cNvPr id="33" name="Shape 36">
            <a:extLst>
              <a:ext uri="{FF2B5EF4-FFF2-40B4-BE49-F238E27FC236}">
                <a16:creationId xmlns="" xmlns:a16="http://schemas.microsoft.com/office/drawing/2014/main" id="{E69BAD0E-D1BA-91E2-7D4D-38C132926302}"/>
              </a:ext>
            </a:extLst>
          </p:cNvPr>
          <p:cNvSpPr/>
          <p:nvPr/>
        </p:nvSpPr>
        <p:spPr>
          <a:xfrm>
            <a:off x="1041865" y="4275705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5" name="Text 37">
            <a:extLst>
              <a:ext uri="{FF2B5EF4-FFF2-40B4-BE49-F238E27FC236}">
                <a16:creationId xmlns="" xmlns:a16="http://schemas.microsoft.com/office/drawing/2014/main" id="{ADAD9508-C801-1A3A-E919-D7F1AAB5A13B}"/>
              </a:ext>
            </a:extLst>
          </p:cNvPr>
          <p:cNvSpPr/>
          <p:nvPr/>
        </p:nvSpPr>
        <p:spPr>
          <a:xfrm>
            <a:off x="1288753" y="4019673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</a:t>
            </a:r>
            <a:r>
              <a:rPr lang="en-US" sz="12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250" dirty="0"/>
          </a:p>
        </p:txBody>
      </p:sp>
      <p:sp>
        <p:nvSpPr>
          <p:cNvPr id="37" name="Shape 38">
            <a:extLst>
              <a:ext uri="{FF2B5EF4-FFF2-40B4-BE49-F238E27FC236}">
                <a16:creationId xmlns="" xmlns:a16="http://schemas.microsoft.com/office/drawing/2014/main" id="{F50A23BF-F3DB-8AC9-C50C-8AF0219E09DE}"/>
              </a:ext>
            </a:extLst>
          </p:cNvPr>
          <p:cNvSpPr/>
          <p:nvPr/>
        </p:nvSpPr>
        <p:spPr>
          <a:xfrm>
            <a:off x="1041865" y="4732905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9" name="Text 39">
            <a:extLst>
              <a:ext uri="{FF2B5EF4-FFF2-40B4-BE49-F238E27FC236}">
                <a16:creationId xmlns="" xmlns:a16="http://schemas.microsoft.com/office/drawing/2014/main" id="{045D719F-77CA-DCF1-F861-CAAF527CD6B0}"/>
              </a:ext>
            </a:extLst>
          </p:cNvPr>
          <p:cNvSpPr/>
          <p:nvPr/>
        </p:nvSpPr>
        <p:spPr>
          <a:xfrm>
            <a:off x="1288753" y="4579016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Verification</a:t>
            </a:r>
            <a:endParaRPr lang="en-US" sz="1250" dirty="0"/>
          </a:p>
        </p:txBody>
      </p:sp>
      <p:sp>
        <p:nvSpPr>
          <p:cNvPr id="41" name="Shape 38">
            <a:extLst>
              <a:ext uri="{FF2B5EF4-FFF2-40B4-BE49-F238E27FC236}">
                <a16:creationId xmlns="" xmlns:a16="http://schemas.microsoft.com/office/drawing/2014/main" id="{058B3210-A535-B432-28EC-02A6CBC268F9}"/>
              </a:ext>
            </a:extLst>
          </p:cNvPr>
          <p:cNvSpPr/>
          <p:nvPr/>
        </p:nvSpPr>
        <p:spPr>
          <a:xfrm>
            <a:off x="1039873" y="5080377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F39D130E-AE0E-EBB5-4E78-2363230BF32C}"/>
              </a:ext>
            </a:extLst>
          </p:cNvPr>
          <p:cNvSpPr txBox="1"/>
          <p:nvPr/>
        </p:nvSpPr>
        <p:spPr>
          <a:xfrm>
            <a:off x="1270465" y="4981352"/>
            <a:ext cx="3380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Times New Roman" panose="02020603050405020304" pitchFamily="18" charset="0"/>
              </a:rPr>
              <a:t>Encrypted Data Storage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="" xmlns:a16="http://schemas.microsoft.com/office/drawing/2014/main" id="{389D031B-AB54-432D-EB15-4F0C942E25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78" t="55680" r="25309"/>
          <a:stretch>
            <a:fillRect/>
          </a:stretch>
        </p:blipFill>
        <p:spPr>
          <a:xfrm>
            <a:off x="6235657" y="1943984"/>
            <a:ext cx="5811487" cy="349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625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4" y="3397311"/>
            <a:ext cx="5446945" cy="307908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617" y="122989"/>
            <a:ext cx="7737478" cy="29916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5740" y="3206187"/>
            <a:ext cx="5828651" cy="327021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0470" y="201001"/>
            <a:ext cx="3102017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Module 3: Output</a:t>
            </a:r>
            <a:endParaRPr lang="en-US" sz="3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323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Evaluation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1A2456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8" name="Image 0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84708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7647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Testing</a:t>
            </a:r>
            <a:endParaRPr lang="en-US" sz="1450" dirty="0"/>
          </a:p>
        </p:txBody>
      </p:sp>
      <p:pic>
        <p:nvPicPr>
          <p:cNvPr id="10" name="Image 1" descr="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39572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" y="23774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150" dirty="0"/>
          </a:p>
        </p:txBody>
      </p:sp>
      <p:pic>
        <p:nvPicPr>
          <p:cNvPr id="12" name="Image 2" descr="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798064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15568" y="27797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50" dirty="0"/>
          </a:p>
        </p:txBody>
      </p:sp>
      <p:pic>
        <p:nvPicPr>
          <p:cNvPr id="14" name="Image 3" descr="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040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15568" y="31821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Request</a:t>
            </a:r>
            <a:endParaRPr lang="en-US" sz="1150" dirty="0"/>
          </a:p>
        </p:txBody>
      </p:sp>
      <p:pic>
        <p:nvPicPr>
          <p:cNvPr id="16" name="Image 4" descr="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602736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15568" y="35844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50" dirty="0"/>
          </a:p>
        </p:txBody>
      </p:sp>
      <p:pic>
        <p:nvPicPr>
          <p:cNvPr id="18" name="Image 5" descr="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005072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15568" y="39867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Sharing</a:t>
            </a:r>
            <a:endParaRPr lang="en-US" sz="1150" dirty="0"/>
          </a:p>
        </p:txBody>
      </p:sp>
      <p:sp>
        <p:nvSpPr>
          <p:cNvPr id="20" name="Shape 12"/>
          <p:cNvSpPr/>
          <p:nvPr/>
        </p:nvSpPr>
        <p:spPr>
          <a:xfrm>
            <a:off x="4315968" y="150876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4544568" y="1737360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22" name="Image 6" descr="icons/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847088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38928" y="17647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Testing</a:t>
            </a:r>
            <a:endParaRPr lang="en-US" sz="1450" dirty="0"/>
          </a:p>
        </p:txBody>
      </p:sp>
      <p:pic>
        <p:nvPicPr>
          <p:cNvPr id="24" name="Image 7" descr="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395728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882896" y="23774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Encryption Verification</a:t>
            </a:r>
            <a:endParaRPr lang="en-US" sz="1150" dirty="0"/>
          </a:p>
        </p:txBody>
      </p:sp>
      <p:pic>
        <p:nvPicPr>
          <p:cNvPr id="26" name="Image 8" descr="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98064"/>
            <a:ext cx="219456" cy="219456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882896" y="27797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KEM Verification</a:t>
            </a:r>
            <a:endParaRPr lang="en-US" sz="1150" dirty="0"/>
          </a:p>
        </p:txBody>
      </p:sp>
      <p:pic>
        <p:nvPicPr>
          <p:cNvPr id="28" name="Image 9" descr="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00400"/>
            <a:ext cx="219456" cy="219456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4882896" y="31821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Verification</a:t>
            </a:r>
            <a:endParaRPr lang="en-US" sz="1150" dirty="0"/>
          </a:p>
        </p:txBody>
      </p:sp>
      <p:pic>
        <p:nvPicPr>
          <p:cNvPr id="30" name="Image 10" descr="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602736"/>
            <a:ext cx="219456" cy="219456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4882896" y="35844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Integrity</a:t>
            </a:r>
            <a:endParaRPr lang="en-US" sz="1150" dirty="0"/>
          </a:p>
        </p:txBody>
      </p:sp>
      <p:pic>
        <p:nvPicPr>
          <p:cNvPr id="32" name="Image 11" descr="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005072"/>
            <a:ext cx="219456" cy="219456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4882896" y="39867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50" dirty="0"/>
          </a:p>
        </p:txBody>
      </p:sp>
      <p:sp>
        <p:nvSpPr>
          <p:cNvPr id="34" name="Shape 20"/>
          <p:cNvSpPr/>
          <p:nvPr/>
        </p:nvSpPr>
        <p:spPr>
          <a:xfrm>
            <a:off x="8083296" y="150876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35" name="Shape 21"/>
          <p:cNvSpPr/>
          <p:nvPr/>
        </p:nvSpPr>
        <p:spPr>
          <a:xfrm>
            <a:off x="8311896" y="1737360"/>
            <a:ext cx="457200" cy="457200"/>
          </a:xfrm>
          <a:prstGeom prst="ellipse">
            <a:avLst/>
          </a:prstGeom>
          <a:solidFill>
            <a:srgbClr val="0891B2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36" name="Image 12" descr="icons/activit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1847088"/>
            <a:ext cx="237744" cy="237744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8906256" y="17647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Testing</a:t>
            </a:r>
            <a:endParaRPr lang="en-US" sz="1450" dirty="0"/>
          </a:p>
        </p:txBody>
      </p:sp>
      <p:pic>
        <p:nvPicPr>
          <p:cNvPr id="38" name="Image 13" descr="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395728"/>
            <a:ext cx="219456" cy="219456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8650224" y="23774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Handshake Latency</a:t>
            </a:r>
            <a:endParaRPr lang="en-US" sz="1150" dirty="0"/>
          </a:p>
        </p:txBody>
      </p:sp>
      <p:pic>
        <p:nvPicPr>
          <p:cNvPr id="40" name="Image 14" descr="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798064"/>
            <a:ext cx="219456" cy="219456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8650224" y="27797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  <a:endParaRPr lang="en-US" sz="1150" dirty="0"/>
          </a:p>
        </p:txBody>
      </p:sp>
      <p:pic>
        <p:nvPicPr>
          <p:cNvPr id="42" name="Image 15" descr="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3200400"/>
            <a:ext cx="219456" cy="219456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8650224" y="31821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Communication</a:t>
            </a:r>
            <a:endParaRPr lang="en-US" sz="1150" dirty="0"/>
          </a:p>
        </p:txBody>
      </p:sp>
      <p:pic>
        <p:nvPicPr>
          <p:cNvPr id="44" name="Image 16" descr="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3602736"/>
            <a:ext cx="219456" cy="219456"/>
          </a:xfrm>
          <a:prstGeom prst="rect">
            <a:avLst/>
          </a:prstGeom>
        </p:spPr>
      </p:pic>
      <p:sp>
        <p:nvSpPr>
          <p:cNvPr id="45" name="Text 26"/>
          <p:cNvSpPr/>
          <p:nvPr/>
        </p:nvSpPr>
        <p:spPr>
          <a:xfrm>
            <a:off x="8650224" y="35844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Storage</a:t>
            </a:r>
            <a:endParaRPr lang="en-US" sz="1150" dirty="0"/>
          </a:p>
        </p:txBody>
      </p:sp>
      <p:sp>
        <p:nvSpPr>
          <p:cNvPr id="46" name="Shape 27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B1233"/>
          </a:solidFill>
          <a:ln/>
        </p:spPr>
      </p:sp>
      <p:sp>
        <p:nvSpPr>
          <p:cNvPr id="47" name="Text 28"/>
          <p:cNvSpPr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successfully performs secure hybrid encrypted communication, remaining resilient against both classical and quantum computational attacks, while storing only encrypted data on the server.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Development Goals (SDGs)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66160" cy="46177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36D25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86000"/>
            <a:ext cx="3566160" cy="777240"/>
          </a:xfrm>
          <a:prstGeom prst="rect">
            <a:avLst/>
          </a:prstGeom>
          <a:solidFill>
            <a:srgbClr val="F36D2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1848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31520" y="244144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Industry, Innovation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Infrastructure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364992"/>
            <a:ext cx="91440" cy="91440"/>
          </a:xfrm>
          <a:prstGeom prst="ellipse">
            <a:avLst/>
          </a:prstGeom>
          <a:solidFill>
            <a:srgbClr val="F36D2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2918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secure digital communication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233672"/>
            <a:ext cx="91440" cy="91440"/>
          </a:xfrm>
          <a:prstGeom prst="ellipse">
            <a:avLst/>
          </a:prstGeom>
          <a:solidFill>
            <a:srgbClr val="F36D25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16052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Quantum-resilient software architecture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5102352"/>
            <a:ext cx="91440" cy="91440"/>
          </a:xfrm>
          <a:prstGeom prst="ellipse">
            <a:avLst/>
          </a:prstGeom>
          <a:solidFill>
            <a:srgbClr val="F36D2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0292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innovation for future infrastructure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25112" y="1508760"/>
            <a:ext cx="3566160" cy="46177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5112" y="15087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1A3668"/>
          </a:solidFill>
          <a:ln/>
        </p:spPr>
      </p:sp>
      <p:sp>
        <p:nvSpPr>
          <p:cNvPr id="19" name="Shape 17"/>
          <p:cNvSpPr/>
          <p:nvPr/>
        </p:nvSpPr>
        <p:spPr>
          <a:xfrm>
            <a:off x="4325112" y="2286000"/>
            <a:ext cx="3566160" cy="777240"/>
          </a:xfrm>
          <a:prstGeom prst="rect">
            <a:avLst/>
          </a:prstGeom>
          <a:solidFill>
            <a:srgbClr val="1A3668"/>
          </a:solidFill>
          <a:ln/>
        </p:spPr>
      </p:sp>
      <p:sp>
        <p:nvSpPr>
          <p:cNvPr id="20" name="Text 18"/>
          <p:cNvSpPr/>
          <p:nvPr/>
        </p:nvSpPr>
        <p:spPr>
          <a:xfrm>
            <a:off x="4507992" y="161848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507992" y="244144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Peace, Justice &amp;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Institutions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99432" y="3364992"/>
            <a:ext cx="91440" cy="91440"/>
          </a:xfrm>
          <a:prstGeom prst="ellipse">
            <a:avLst/>
          </a:prstGeom>
          <a:solidFill>
            <a:srgbClr val="1A3668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2918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privacy protection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99432" y="4233672"/>
            <a:ext cx="91440" cy="91440"/>
          </a:xfrm>
          <a:prstGeom prst="ellipse">
            <a:avLst/>
          </a:prstGeom>
          <a:solidFill>
            <a:srgbClr val="1A3668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416052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and trustworthy digital exchange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99432" y="5102352"/>
            <a:ext cx="91440" cy="91440"/>
          </a:xfrm>
          <a:prstGeom prst="ellipse">
            <a:avLst/>
          </a:prstGeom>
          <a:solidFill>
            <a:srgbClr val="1A3668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50292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against future quantum-era threats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01584" y="1508760"/>
            <a:ext cx="3566160" cy="46177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01584" y="15087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C5192D"/>
          </a:solidFill>
          <a:ln/>
        </p:spPr>
      </p:sp>
      <p:sp>
        <p:nvSpPr>
          <p:cNvPr id="30" name="Shape 28"/>
          <p:cNvSpPr/>
          <p:nvPr/>
        </p:nvSpPr>
        <p:spPr>
          <a:xfrm>
            <a:off x="8101584" y="2286000"/>
            <a:ext cx="3566160" cy="777240"/>
          </a:xfrm>
          <a:prstGeom prst="rect">
            <a:avLst/>
          </a:prstGeom>
          <a:solidFill>
            <a:srgbClr val="C5192D"/>
          </a:solidFill>
          <a:ln/>
        </p:spPr>
      </p:sp>
      <p:sp>
        <p:nvSpPr>
          <p:cNvPr id="31" name="Text 29"/>
          <p:cNvSpPr/>
          <p:nvPr/>
        </p:nvSpPr>
        <p:spPr>
          <a:xfrm>
            <a:off x="8284464" y="161848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8284464" y="244144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375904" y="3364992"/>
            <a:ext cx="91440" cy="91440"/>
          </a:xfrm>
          <a:prstGeom prst="ellipse">
            <a:avLst/>
          </a:prstGeom>
          <a:solidFill>
            <a:srgbClr val="C5192D"/>
          </a:solidFill>
          <a:ln/>
        </p:spPr>
      </p:sp>
      <p:sp>
        <p:nvSpPr>
          <p:cNvPr id="34" name="Text 32"/>
          <p:cNvSpPr/>
          <p:nvPr/>
        </p:nvSpPr>
        <p:spPr>
          <a:xfrm>
            <a:off x="8604504" y="32918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hybrid/PQC visualization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75904" y="4233672"/>
            <a:ext cx="91440" cy="91440"/>
          </a:xfrm>
          <a:prstGeom prst="ellipse">
            <a:avLst/>
          </a:prstGeom>
          <a:solidFill>
            <a:srgbClr val="C5192D"/>
          </a:solidFill>
          <a:ln/>
        </p:spPr>
      </p:sp>
      <p:sp>
        <p:nvSpPr>
          <p:cNvPr id="36" name="Text 34"/>
          <p:cNvSpPr/>
          <p:nvPr/>
        </p:nvSpPr>
        <p:spPr>
          <a:xfrm>
            <a:off x="8604504" y="416052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exposure to quantum-safe cryptography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375904" y="5102352"/>
            <a:ext cx="91440" cy="91440"/>
          </a:xfrm>
          <a:prstGeom prst="ellipse">
            <a:avLst/>
          </a:prstGeom>
          <a:solidFill>
            <a:srgbClr val="C5192D"/>
          </a:solidFill>
          <a:ln/>
        </p:spPr>
      </p:sp>
      <p:sp>
        <p:nvSpPr>
          <p:cNvPr id="38" name="Text 36"/>
          <p:cNvSpPr/>
          <p:nvPr/>
        </p:nvSpPr>
        <p:spPr>
          <a:xfrm>
            <a:off x="8604504" y="50292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implementation of emerging standards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178" y="434763"/>
            <a:ext cx="5235989" cy="306776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10" y="515311"/>
            <a:ext cx="5022306" cy="29872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88" y="3773347"/>
            <a:ext cx="5093428" cy="29110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180" y="3773347"/>
            <a:ext cx="5599987" cy="2971672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0" y="-52687"/>
            <a:ext cx="520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0B1233"/>
                </a:solidFill>
                <a:latin typeface="Cambria" pitchFamily="34" charset="0"/>
                <a:ea typeface="Cambria" pitchFamily="34" charset="-122"/>
              </a:rPr>
              <a:t>Final Application Outputs:-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587239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120640" cy="4617720"/>
          </a:xfrm>
          <a:prstGeom prst="roundRect">
            <a:avLst>
              <a:gd name="adj" fmla="val 1584"/>
            </a:avLst>
          </a:prstGeom>
          <a:solidFill>
            <a:srgbClr val="0B1233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22D3EE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8" name="Image 0" descr="icons/awar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191475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8105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251460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Shield successfully demonstrates a secure, future-ready communication framework using a Hybrid Cryptographic model that combines proven classical algorithms with post-quantum cryptographic readiness.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3657600"/>
            <a:ext cx="4480560" cy="0"/>
          </a:xfrm>
          <a:prstGeom prst="line">
            <a:avLst/>
          </a:prstGeom>
          <a:noFill/>
          <a:ln w="12700">
            <a:solidFill>
              <a:srgbClr val="2A356E"/>
            </a:solidFill>
            <a:prstDash val="solid"/>
          </a:ln>
        </p:spPr>
      </p:sp>
      <p:pic>
        <p:nvPicPr>
          <p:cNvPr id="12" name="Image 1" descr="icons/check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1304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3000" y="379476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real-time messaging</a:t>
            </a:r>
            <a:endParaRPr lang="en-US" sz="1150" dirty="0"/>
          </a:p>
        </p:txBody>
      </p:sp>
      <p:pic>
        <p:nvPicPr>
          <p:cNvPr id="14" name="Image 2" descr="icons/check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97096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417880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classical + post-quantum cryptography</a:t>
            </a:r>
            <a:endParaRPr lang="en-US" sz="1150" dirty="0"/>
          </a:p>
        </p:txBody>
      </p:sp>
      <p:pic>
        <p:nvPicPr>
          <p:cNvPr id="16" name="Image 3" descr="icons/check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81144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456285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plaintext storage</a:t>
            </a:r>
            <a:endParaRPr lang="en-US" sz="1150" dirty="0"/>
          </a:p>
        </p:txBody>
      </p:sp>
      <p:pic>
        <p:nvPicPr>
          <p:cNvPr id="18" name="Image 4" descr="icons/check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965192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3000" y="494690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against "Harvest Now, Decrypt Later"</a:t>
            </a:r>
            <a:endParaRPr lang="en-US" sz="1150" dirty="0"/>
          </a:p>
        </p:txBody>
      </p:sp>
      <p:pic>
        <p:nvPicPr>
          <p:cNvPr id="20" name="Image 5" descr="icons/check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34924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43000" y="533095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cryptographic visualization</a:t>
            </a:r>
            <a:endParaRPr lang="en-US" sz="1150" dirty="0"/>
          </a:p>
        </p:txBody>
      </p:sp>
      <p:pic>
        <p:nvPicPr>
          <p:cNvPr id="22" name="Image 6" descr="icons/check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733288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143000" y="5715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quantum-ready architecture</a:t>
            </a:r>
            <a:endParaRPr lang="en-US" sz="1150" dirty="0"/>
          </a:p>
        </p:txBody>
      </p:sp>
      <p:sp>
        <p:nvSpPr>
          <p:cNvPr id="24" name="Text 15"/>
          <p:cNvSpPr/>
          <p:nvPr/>
        </p:nvSpPr>
        <p:spPr>
          <a:xfrm>
            <a:off x="6263640" y="1508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25" name="Shape 16"/>
          <p:cNvSpPr/>
          <p:nvPr/>
        </p:nvSpPr>
        <p:spPr>
          <a:xfrm>
            <a:off x="6263640" y="1965960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6400800" y="21031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18"/>
          <p:cNvSpPr/>
          <p:nvPr/>
        </p:nvSpPr>
        <p:spPr>
          <a:xfrm>
            <a:off x="6560820" y="205054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NIST-standardized PQC migration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9006840" y="1965960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9144000" y="21031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1"/>
          <p:cNvSpPr/>
          <p:nvPr/>
        </p:nvSpPr>
        <p:spPr>
          <a:xfrm>
            <a:off x="9351645" y="2071116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263640" y="2880360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6400800" y="30175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24"/>
          <p:cNvSpPr/>
          <p:nvPr/>
        </p:nvSpPr>
        <p:spPr>
          <a:xfrm>
            <a:off x="6564630" y="2956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 with Hybrid Encryption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9006840" y="2880360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9144000" y="30175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6" name="Text 27"/>
          <p:cNvSpPr/>
          <p:nvPr/>
        </p:nvSpPr>
        <p:spPr>
          <a:xfrm>
            <a:off x="9307830" y="2956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Calling with Quantum-Safe Exchange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6263640" y="3794760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6400800" y="39319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0"/>
          <p:cNvSpPr/>
          <p:nvPr/>
        </p:nvSpPr>
        <p:spPr>
          <a:xfrm>
            <a:off x="6564630" y="3870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 Synchronization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9006840" y="3794760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144000" y="39319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2" name="Text 33"/>
          <p:cNvSpPr/>
          <p:nvPr/>
        </p:nvSpPr>
        <p:spPr>
          <a:xfrm>
            <a:off x="9307830" y="3870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Authentication</a:t>
            </a:r>
            <a:endParaRPr lang="en-US" sz="1300" dirty="0"/>
          </a:p>
        </p:txBody>
      </p:sp>
      <p:sp>
        <p:nvSpPr>
          <p:cNvPr id="43" name="Shape 34"/>
          <p:cNvSpPr/>
          <p:nvPr/>
        </p:nvSpPr>
        <p:spPr>
          <a:xfrm>
            <a:off x="6263640" y="4709160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6400800" y="48463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5" name="Text 36"/>
          <p:cNvSpPr/>
          <p:nvPr/>
        </p:nvSpPr>
        <p:spPr>
          <a:xfrm>
            <a:off x="6564630" y="47853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300" dirty="0"/>
          </a:p>
        </p:txBody>
      </p:sp>
      <p:sp>
        <p:nvSpPr>
          <p:cNvPr id="46" name="Shape 37"/>
          <p:cNvSpPr/>
          <p:nvPr/>
        </p:nvSpPr>
        <p:spPr>
          <a:xfrm>
            <a:off x="9006840" y="4709160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9144000" y="48463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8" name="Text 39"/>
          <p:cNvSpPr/>
          <p:nvPr/>
        </p:nvSpPr>
        <p:spPr>
          <a:xfrm>
            <a:off x="9307830" y="47853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Threat Detection</a:t>
            </a:r>
            <a:endParaRPr lang="en-US" sz="1300" dirty="0"/>
          </a:p>
        </p:txBody>
      </p:sp>
      <p:sp>
        <p:nvSpPr>
          <p:cNvPr id="49" name="Shape 40"/>
          <p:cNvSpPr/>
          <p:nvPr/>
        </p:nvSpPr>
        <p:spPr>
          <a:xfrm>
            <a:off x="6263640" y="5623560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6400800" y="57607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1" name="Text 42"/>
          <p:cNvSpPr/>
          <p:nvPr/>
        </p:nvSpPr>
        <p:spPr>
          <a:xfrm>
            <a:off x="6564630" y="5699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Identity Verification</a:t>
            </a:r>
            <a:endParaRPr lang="en-US" sz="1300" dirty="0"/>
          </a:p>
        </p:txBody>
      </p:sp>
      <p:sp>
        <p:nvSpPr>
          <p:cNvPr id="52" name="Shape 43"/>
          <p:cNvSpPr/>
          <p:nvPr/>
        </p:nvSpPr>
        <p:spPr>
          <a:xfrm>
            <a:off x="9006840" y="5623560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7F5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9144000" y="57607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4" name="Text 45"/>
          <p:cNvSpPr/>
          <p:nvPr/>
        </p:nvSpPr>
        <p:spPr>
          <a:xfrm>
            <a:off x="9307830" y="5699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Key Distribution (QKD)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41248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1248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8176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408176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408176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408176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8176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408176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408176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408176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08176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408176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08176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408176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975104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975104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975104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975104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975104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975104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975104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975104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975104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975104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975104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975104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2542032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2542032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542032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2542032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542032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2542032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2542032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2542032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2542032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2542032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2542032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2542032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3108960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3108960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108960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108960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3108960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3108960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3108960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3108960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108960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3108960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3108960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3108960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3675888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3675888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3675888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3675888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3675888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3675888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3675888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3675888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3675888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3675888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3675888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3675888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4242816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4242816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4242816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4242816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4242816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4242816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4242816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4242816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4242816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4242816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4242816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4242816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4809744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4809744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4809744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4809744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4809744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4809744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4809744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4809744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4809744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4809744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4809744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4809744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5376672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5376672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5376672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5376672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5376672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5376672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5376672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5376672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5376672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5376672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5376672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5376672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5943600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5943600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5943600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5943600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5943600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5943600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5943600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5943600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5943600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5943600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5943600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5943600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6510528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6510528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6510528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6510528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6510528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6510528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6510528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6510528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6510528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6510528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6510528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6510528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7077456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7077456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7077456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7077456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7077456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7077456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7077456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7077456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7077456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7077456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7077456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7077456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7644384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7644384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7644384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61" name="Shape 159"/>
          <p:cNvSpPr/>
          <p:nvPr/>
        </p:nvSpPr>
        <p:spPr>
          <a:xfrm>
            <a:off x="7644384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7644384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63" name="Shape 161"/>
          <p:cNvSpPr/>
          <p:nvPr/>
        </p:nvSpPr>
        <p:spPr>
          <a:xfrm>
            <a:off x="7644384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64" name="Shape 162"/>
          <p:cNvSpPr/>
          <p:nvPr/>
        </p:nvSpPr>
        <p:spPr>
          <a:xfrm>
            <a:off x="7644384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65" name="Shape 163"/>
          <p:cNvSpPr/>
          <p:nvPr/>
        </p:nvSpPr>
        <p:spPr>
          <a:xfrm>
            <a:off x="7644384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66" name="Shape 164"/>
          <p:cNvSpPr/>
          <p:nvPr/>
        </p:nvSpPr>
        <p:spPr>
          <a:xfrm>
            <a:off x="7644384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67" name="Shape 165"/>
          <p:cNvSpPr/>
          <p:nvPr/>
        </p:nvSpPr>
        <p:spPr>
          <a:xfrm>
            <a:off x="7644384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68" name="Shape 166"/>
          <p:cNvSpPr/>
          <p:nvPr/>
        </p:nvSpPr>
        <p:spPr>
          <a:xfrm>
            <a:off x="7644384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69" name="Shape 167"/>
          <p:cNvSpPr/>
          <p:nvPr/>
        </p:nvSpPr>
        <p:spPr>
          <a:xfrm>
            <a:off x="7644384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70" name="Shape 168"/>
          <p:cNvSpPr/>
          <p:nvPr/>
        </p:nvSpPr>
        <p:spPr>
          <a:xfrm>
            <a:off x="8211312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71" name="Shape 169"/>
          <p:cNvSpPr/>
          <p:nvPr/>
        </p:nvSpPr>
        <p:spPr>
          <a:xfrm>
            <a:off x="8211312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72" name="Shape 170"/>
          <p:cNvSpPr/>
          <p:nvPr/>
        </p:nvSpPr>
        <p:spPr>
          <a:xfrm>
            <a:off x="8211312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73" name="Shape 171"/>
          <p:cNvSpPr/>
          <p:nvPr/>
        </p:nvSpPr>
        <p:spPr>
          <a:xfrm>
            <a:off x="8211312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74" name="Shape 172"/>
          <p:cNvSpPr/>
          <p:nvPr/>
        </p:nvSpPr>
        <p:spPr>
          <a:xfrm>
            <a:off x="8211312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75" name="Shape 173"/>
          <p:cNvSpPr/>
          <p:nvPr/>
        </p:nvSpPr>
        <p:spPr>
          <a:xfrm>
            <a:off x="8211312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76" name="Shape 174"/>
          <p:cNvSpPr/>
          <p:nvPr/>
        </p:nvSpPr>
        <p:spPr>
          <a:xfrm>
            <a:off x="8211312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77" name="Shape 175"/>
          <p:cNvSpPr/>
          <p:nvPr/>
        </p:nvSpPr>
        <p:spPr>
          <a:xfrm>
            <a:off x="8211312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78" name="Shape 176"/>
          <p:cNvSpPr/>
          <p:nvPr/>
        </p:nvSpPr>
        <p:spPr>
          <a:xfrm>
            <a:off x="8211312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79" name="Shape 177"/>
          <p:cNvSpPr/>
          <p:nvPr/>
        </p:nvSpPr>
        <p:spPr>
          <a:xfrm>
            <a:off x="8211312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80" name="Shape 178"/>
          <p:cNvSpPr/>
          <p:nvPr/>
        </p:nvSpPr>
        <p:spPr>
          <a:xfrm>
            <a:off x="8211312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81" name="Shape 179"/>
          <p:cNvSpPr/>
          <p:nvPr/>
        </p:nvSpPr>
        <p:spPr>
          <a:xfrm>
            <a:off x="8211312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82" name="Shape 180"/>
          <p:cNvSpPr/>
          <p:nvPr/>
        </p:nvSpPr>
        <p:spPr>
          <a:xfrm>
            <a:off x="8778240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83" name="Shape 181"/>
          <p:cNvSpPr/>
          <p:nvPr/>
        </p:nvSpPr>
        <p:spPr>
          <a:xfrm>
            <a:off x="8778240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84" name="Shape 182"/>
          <p:cNvSpPr/>
          <p:nvPr/>
        </p:nvSpPr>
        <p:spPr>
          <a:xfrm>
            <a:off x="8778240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85" name="Shape 183"/>
          <p:cNvSpPr/>
          <p:nvPr/>
        </p:nvSpPr>
        <p:spPr>
          <a:xfrm>
            <a:off x="8778240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86" name="Shape 184"/>
          <p:cNvSpPr/>
          <p:nvPr/>
        </p:nvSpPr>
        <p:spPr>
          <a:xfrm>
            <a:off x="8778240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87" name="Shape 185"/>
          <p:cNvSpPr/>
          <p:nvPr/>
        </p:nvSpPr>
        <p:spPr>
          <a:xfrm>
            <a:off x="8778240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88" name="Shape 186"/>
          <p:cNvSpPr/>
          <p:nvPr/>
        </p:nvSpPr>
        <p:spPr>
          <a:xfrm>
            <a:off x="8778240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89" name="Shape 187"/>
          <p:cNvSpPr/>
          <p:nvPr/>
        </p:nvSpPr>
        <p:spPr>
          <a:xfrm>
            <a:off x="8778240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90" name="Shape 188"/>
          <p:cNvSpPr/>
          <p:nvPr/>
        </p:nvSpPr>
        <p:spPr>
          <a:xfrm>
            <a:off x="8778240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91" name="Shape 189"/>
          <p:cNvSpPr/>
          <p:nvPr/>
        </p:nvSpPr>
        <p:spPr>
          <a:xfrm>
            <a:off x="8778240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92" name="Shape 190"/>
          <p:cNvSpPr/>
          <p:nvPr/>
        </p:nvSpPr>
        <p:spPr>
          <a:xfrm>
            <a:off x="8778240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93" name="Shape 191"/>
          <p:cNvSpPr/>
          <p:nvPr/>
        </p:nvSpPr>
        <p:spPr>
          <a:xfrm>
            <a:off x="8778240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94" name="Shape 192"/>
          <p:cNvSpPr/>
          <p:nvPr/>
        </p:nvSpPr>
        <p:spPr>
          <a:xfrm>
            <a:off x="9345168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95" name="Shape 193"/>
          <p:cNvSpPr/>
          <p:nvPr/>
        </p:nvSpPr>
        <p:spPr>
          <a:xfrm>
            <a:off x="9345168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96" name="Shape 194"/>
          <p:cNvSpPr/>
          <p:nvPr/>
        </p:nvSpPr>
        <p:spPr>
          <a:xfrm>
            <a:off x="9345168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97" name="Shape 195"/>
          <p:cNvSpPr/>
          <p:nvPr/>
        </p:nvSpPr>
        <p:spPr>
          <a:xfrm>
            <a:off x="9345168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98" name="Shape 196"/>
          <p:cNvSpPr/>
          <p:nvPr/>
        </p:nvSpPr>
        <p:spPr>
          <a:xfrm>
            <a:off x="9345168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99" name="Shape 197"/>
          <p:cNvSpPr/>
          <p:nvPr/>
        </p:nvSpPr>
        <p:spPr>
          <a:xfrm>
            <a:off x="9345168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00" name="Shape 198"/>
          <p:cNvSpPr/>
          <p:nvPr/>
        </p:nvSpPr>
        <p:spPr>
          <a:xfrm>
            <a:off x="9345168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01" name="Shape 199"/>
          <p:cNvSpPr/>
          <p:nvPr/>
        </p:nvSpPr>
        <p:spPr>
          <a:xfrm>
            <a:off x="9345168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02" name="Shape 200"/>
          <p:cNvSpPr/>
          <p:nvPr/>
        </p:nvSpPr>
        <p:spPr>
          <a:xfrm>
            <a:off x="9345168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03" name="Shape 201"/>
          <p:cNvSpPr/>
          <p:nvPr/>
        </p:nvSpPr>
        <p:spPr>
          <a:xfrm>
            <a:off x="9345168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04" name="Shape 202"/>
          <p:cNvSpPr/>
          <p:nvPr/>
        </p:nvSpPr>
        <p:spPr>
          <a:xfrm>
            <a:off x="9345168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05" name="Shape 203"/>
          <p:cNvSpPr/>
          <p:nvPr/>
        </p:nvSpPr>
        <p:spPr>
          <a:xfrm>
            <a:off x="9345168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06" name="Shape 204"/>
          <p:cNvSpPr/>
          <p:nvPr/>
        </p:nvSpPr>
        <p:spPr>
          <a:xfrm>
            <a:off x="9912096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07" name="Shape 205"/>
          <p:cNvSpPr/>
          <p:nvPr/>
        </p:nvSpPr>
        <p:spPr>
          <a:xfrm>
            <a:off x="9912096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08" name="Shape 206"/>
          <p:cNvSpPr/>
          <p:nvPr/>
        </p:nvSpPr>
        <p:spPr>
          <a:xfrm>
            <a:off x="9912096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09" name="Shape 207"/>
          <p:cNvSpPr/>
          <p:nvPr/>
        </p:nvSpPr>
        <p:spPr>
          <a:xfrm>
            <a:off x="9912096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10" name="Shape 208"/>
          <p:cNvSpPr/>
          <p:nvPr/>
        </p:nvSpPr>
        <p:spPr>
          <a:xfrm>
            <a:off x="9912096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11" name="Shape 209"/>
          <p:cNvSpPr/>
          <p:nvPr/>
        </p:nvSpPr>
        <p:spPr>
          <a:xfrm>
            <a:off x="9912096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12" name="Shape 210"/>
          <p:cNvSpPr/>
          <p:nvPr/>
        </p:nvSpPr>
        <p:spPr>
          <a:xfrm>
            <a:off x="9912096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13" name="Shape 211"/>
          <p:cNvSpPr/>
          <p:nvPr/>
        </p:nvSpPr>
        <p:spPr>
          <a:xfrm>
            <a:off x="9912096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14" name="Shape 212"/>
          <p:cNvSpPr/>
          <p:nvPr/>
        </p:nvSpPr>
        <p:spPr>
          <a:xfrm>
            <a:off x="9912096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15" name="Shape 213"/>
          <p:cNvSpPr/>
          <p:nvPr/>
        </p:nvSpPr>
        <p:spPr>
          <a:xfrm>
            <a:off x="9912096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16" name="Shape 214"/>
          <p:cNvSpPr/>
          <p:nvPr/>
        </p:nvSpPr>
        <p:spPr>
          <a:xfrm>
            <a:off x="9912096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17" name="Shape 215"/>
          <p:cNvSpPr/>
          <p:nvPr/>
        </p:nvSpPr>
        <p:spPr>
          <a:xfrm>
            <a:off x="9912096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18" name="Shape 216"/>
          <p:cNvSpPr/>
          <p:nvPr/>
        </p:nvSpPr>
        <p:spPr>
          <a:xfrm>
            <a:off x="10479024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19" name="Shape 217"/>
          <p:cNvSpPr/>
          <p:nvPr/>
        </p:nvSpPr>
        <p:spPr>
          <a:xfrm>
            <a:off x="10479024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20" name="Shape 218"/>
          <p:cNvSpPr/>
          <p:nvPr/>
        </p:nvSpPr>
        <p:spPr>
          <a:xfrm>
            <a:off x="10479024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21" name="Shape 219"/>
          <p:cNvSpPr/>
          <p:nvPr/>
        </p:nvSpPr>
        <p:spPr>
          <a:xfrm>
            <a:off x="10479024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22" name="Shape 220"/>
          <p:cNvSpPr/>
          <p:nvPr/>
        </p:nvSpPr>
        <p:spPr>
          <a:xfrm>
            <a:off x="10479024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23" name="Shape 221"/>
          <p:cNvSpPr/>
          <p:nvPr/>
        </p:nvSpPr>
        <p:spPr>
          <a:xfrm>
            <a:off x="10479024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24" name="Shape 222"/>
          <p:cNvSpPr/>
          <p:nvPr/>
        </p:nvSpPr>
        <p:spPr>
          <a:xfrm>
            <a:off x="10479024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25" name="Shape 223"/>
          <p:cNvSpPr/>
          <p:nvPr/>
        </p:nvSpPr>
        <p:spPr>
          <a:xfrm>
            <a:off x="10479024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26" name="Shape 224"/>
          <p:cNvSpPr/>
          <p:nvPr/>
        </p:nvSpPr>
        <p:spPr>
          <a:xfrm>
            <a:off x="10479024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27" name="Shape 225"/>
          <p:cNvSpPr/>
          <p:nvPr/>
        </p:nvSpPr>
        <p:spPr>
          <a:xfrm>
            <a:off x="10479024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28" name="Shape 226"/>
          <p:cNvSpPr/>
          <p:nvPr/>
        </p:nvSpPr>
        <p:spPr>
          <a:xfrm>
            <a:off x="10479024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29" name="Shape 227"/>
          <p:cNvSpPr/>
          <p:nvPr/>
        </p:nvSpPr>
        <p:spPr>
          <a:xfrm>
            <a:off x="10479024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30" name="Shape 228"/>
          <p:cNvSpPr/>
          <p:nvPr/>
        </p:nvSpPr>
        <p:spPr>
          <a:xfrm>
            <a:off x="11045952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31" name="Shape 229"/>
          <p:cNvSpPr/>
          <p:nvPr/>
        </p:nvSpPr>
        <p:spPr>
          <a:xfrm>
            <a:off x="11045952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32" name="Shape 230"/>
          <p:cNvSpPr/>
          <p:nvPr/>
        </p:nvSpPr>
        <p:spPr>
          <a:xfrm>
            <a:off x="11045952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33" name="Shape 231"/>
          <p:cNvSpPr/>
          <p:nvPr/>
        </p:nvSpPr>
        <p:spPr>
          <a:xfrm>
            <a:off x="11045952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34" name="Shape 232"/>
          <p:cNvSpPr/>
          <p:nvPr/>
        </p:nvSpPr>
        <p:spPr>
          <a:xfrm>
            <a:off x="11045952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35" name="Shape 233"/>
          <p:cNvSpPr/>
          <p:nvPr/>
        </p:nvSpPr>
        <p:spPr>
          <a:xfrm>
            <a:off x="11045952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36" name="Shape 234"/>
          <p:cNvSpPr/>
          <p:nvPr/>
        </p:nvSpPr>
        <p:spPr>
          <a:xfrm>
            <a:off x="11045952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37" name="Shape 235"/>
          <p:cNvSpPr/>
          <p:nvPr/>
        </p:nvSpPr>
        <p:spPr>
          <a:xfrm>
            <a:off x="11045952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38" name="Shape 236"/>
          <p:cNvSpPr/>
          <p:nvPr/>
        </p:nvSpPr>
        <p:spPr>
          <a:xfrm>
            <a:off x="11045952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39" name="Shape 237"/>
          <p:cNvSpPr/>
          <p:nvPr/>
        </p:nvSpPr>
        <p:spPr>
          <a:xfrm>
            <a:off x="11045952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40" name="Shape 238"/>
          <p:cNvSpPr/>
          <p:nvPr/>
        </p:nvSpPr>
        <p:spPr>
          <a:xfrm>
            <a:off x="11045952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41" name="Shape 239"/>
          <p:cNvSpPr/>
          <p:nvPr/>
        </p:nvSpPr>
        <p:spPr>
          <a:xfrm>
            <a:off x="11045952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42" name="Shape 240"/>
          <p:cNvSpPr/>
          <p:nvPr/>
        </p:nvSpPr>
        <p:spPr>
          <a:xfrm>
            <a:off x="11612880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43" name="Shape 241"/>
          <p:cNvSpPr/>
          <p:nvPr/>
        </p:nvSpPr>
        <p:spPr>
          <a:xfrm>
            <a:off x="11612880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44" name="Shape 242"/>
          <p:cNvSpPr/>
          <p:nvPr/>
        </p:nvSpPr>
        <p:spPr>
          <a:xfrm>
            <a:off x="11612880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45" name="Shape 243"/>
          <p:cNvSpPr/>
          <p:nvPr/>
        </p:nvSpPr>
        <p:spPr>
          <a:xfrm>
            <a:off x="11612880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46" name="Shape 244"/>
          <p:cNvSpPr/>
          <p:nvPr/>
        </p:nvSpPr>
        <p:spPr>
          <a:xfrm>
            <a:off x="11612880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47" name="Shape 245"/>
          <p:cNvSpPr/>
          <p:nvPr/>
        </p:nvSpPr>
        <p:spPr>
          <a:xfrm>
            <a:off x="11612880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48" name="Shape 246"/>
          <p:cNvSpPr/>
          <p:nvPr/>
        </p:nvSpPr>
        <p:spPr>
          <a:xfrm>
            <a:off x="11612880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49" name="Shape 247"/>
          <p:cNvSpPr/>
          <p:nvPr/>
        </p:nvSpPr>
        <p:spPr>
          <a:xfrm>
            <a:off x="11612880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50" name="Shape 248"/>
          <p:cNvSpPr/>
          <p:nvPr/>
        </p:nvSpPr>
        <p:spPr>
          <a:xfrm>
            <a:off x="11612880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51" name="Shape 249"/>
          <p:cNvSpPr/>
          <p:nvPr/>
        </p:nvSpPr>
        <p:spPr>
          <a:xfrm>
            <a:off x="11612880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52" name="Shape 250"/>
          <p:cNvSpPr/>
          <p:nvPr/>
        </p:nvSpPr>
        <p:spPr>
          <a:xfrm>
            <a:off x="11612880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53" name="Shape 251"/>
          <p:cNvSpPr/>
          <p:nvPr/>
        </p:nvSpPr>
        <p:spPr>
          <a:xfrm>
            <a:off x="11612880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54" name="Shape 252"/>
          <p:cNvSpPr/>
          <p:nvPr/>
        </p:nvSpPr>
        <p:spPr>
          <a:xfrm>
            <a:off x="12179808" y="27432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55" name="Shape 253"/>
          <p:cNvSpPr/>
          <p:nvPr/>
        </p:nvSpPr>
        <p:spPr>
          <a:xfrm>
            <a:off x="12179808" y="84124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56" name="Shape 254"/>
          <p:cNvSpPr/>
          <p:nvPr/>
        </p:nvSpPr>
        <p:spPr>
          <a:xfrm>
            <a:off x="12179808" y="140817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57" name="Shape 255"/>
          <p:cNvSpPr/>
          <p:nvPr/>
        </p:nvSpPr>
        <p:spPr>
          <a:xfrm>
            <a:off x="12179808" y="197510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58" name="Shape 256"/>
          <p:cNvSpPr/>
          <p:nvPr/>
        </p:nvSpPr>
        <p:spPr>
          <a:xfrm>
            <a:off x="12179808" y="254203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59" name="Shape 257"/>
          <p:cNvSpPr/>
          <p:nvPr/>
        </p:nvSpPr>
        <p:spPr>
          <a:xfrm>
            <a:off x="12179808" y="310896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60" name="Shape 258"/>
          <p:cNvSpPr/>
          <p:nvPr/>
        </p:nvSpPr>
        <p:spPr>
          <a:xfrm>
            <a:off x="12179808" y="367588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61" name="Shape 259"/>
          <p:cNvSpPr/>
          <p:nvPr/>
        </p:nvSpPr>
        <p:spPr>
          <a:xfrm>
            <a:off x="12179808" y="4242816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62" name="Shape 260"/>
          <p:cNvSpPr/>
          <p:nvPr/>
        </p:nvSpPr>
        <p:spPr>
          <a:xfrm>
            <a:off x="12179808" y="4809744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63" name="Shape 261"/>
          <p:cNvSpPr/>
          <p:nvPr/>
        </p:nvSpPr>
        <p:spPr>
          <a:xfrm>
            <a:off x="12179808" y="5376672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64" name="Shape 262"/>
          <p:cNvSpPr/>
          <p:nvPr/>
        </p:nvSpPr>
        <p:spPr>
          <a:xfrm>
            <a:off x="12179808" y="5943600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65" name="Shape 263"/>
          <p:cNvSpPr/>
          <p:nvPr/>
        </p:nvSpPr>
        <p:spPr>
          <a:xfrm>
            <a:off x="12179808" y="6510528"/>
            <a:ext cx="32918" cy="32918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66" name="Shape 264"/>
          <p:cNvSpPr/>
          <p:nvPr/>
        </p:nvSpPr>
        <p:spPr>
          <a:xfrm>
            <a:off x="-2286000" y="-1828800"/>
            <a:ext cx="7315200" cy="73152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267" name="Shape 265"/>
          <p:cNvSpPr/>
          <p:nvPr/>
        </p:nvSpPr>
        <p:spPr>
          <a:xfrm>
            <a:off x="8686800" y="3200400"/>
            <a:ext cx="6400800" cy="6400800"/>
          </a:xfrm>
          <a:prstGeom prst="ellipse">
            <a:avLst/>
          </a:prstGeom>
          <a:solidFill>
            <a:srgbClr val="22D3EE">
              <a:alpha val="11000"/>
            </a:srgbClr>
          </a:solidFill>
          <a:ln/>
        </p:spPr>
      </p:sp>
      <p:sp>
        <p:nvSpPr>
          <p:cNvPr id="268" name="Shape 266"/>
          <p:cNvSpPr/>
          <p:nvPr/>
        </p:nvSpPr>
        <p:spPr>
          <a:xfrm>
            <a:off x="5394960" y="1005840"/>
            <a:ext cx="1417320" cy="1417320"/>
          </a:xfrm>
          <a:prstGeom prst="ellipse">
            <a:avLst/>
          </a:prstGeom>
          <a:solidFill>
            <a:srgbClr val="1A2456"/>
          </a:solidFill>
          <a:ln/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pic>
        <p:nvPicPr>
          <p:cNvPr id="269" name="Image 0" descr="icons/shield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117" y="1345997"/>
            <a:ext cx="737006" cy="737006"/>
          </a:xfrm>
          <a:prstGeom prst="rect">
            <a:avLst/>
          </a:prstGeom>
        </p:spPr>
      </p:pic>
      <p:sp>
        <p:nvSpPr>
          <p:cNvPr id="270" name="Shape 267"/>
          <p:cNvSpPr/>
          <p:nvPr/>
        </p:nvSpPr>
        <p:spPr>
          <a:xfrm>
            <a:off x="5074920" y="685800"/>
            <a:ext cx="2057400" cy="2057400"/>
          </a:xfrm>
          <a:prstGeom prst="ellipse">
            <a:avLst/>
          </a:prstGeom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271" name="Text 268"/>
          <p:cNvSpPr/>
          <p:nvPr/>
        </p:nvSpPr>
        <p:spPr>
          <a:xfrm>
            <a:off x="0" y="28346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272" name="Text 269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600" dirty="0"/>
          </a:p>
        </p:txBody>
      </p:sp>
      <p:sp>
        <p:nvSpPr>
          <p:cNvPr id="273" name="Shape 270"/>
          <p:cNvSpPr/>
          <p:nvPr/>
        </p:nvSpPr>
        <p:spPr>
          <a:xfrm>
            <a:off x="4270248" y="4343400"/>
            <a:ext cx="3657600" cy="0"/>
          </a:xfrm>
          <a:prstGeom prst="line">
            <a:avLst/>
          </a:prstGeom>
          <a:noFill/>
          <a:ln w="12700">
            <a:solidFill>
              <a:srgbClr val="2A356E"/>
            </a:solidFill>
            <a:prstDash val="solid"/>
          </a:ln>
        </p:spPr>
      </p:sp>
      <p:sp>
        <p:nvSpPr>
          <p:cNvPr id="274" name="Text 271"/>
          <p:cNvSpPr/>
          <p:nvPr/>
        </p:nvSpPr>
        <p:spPr>
          <a:xfrm>
            <a:off x="1371600" y="4663440"/>
            <a:ext cx="9445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7CD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"Security must outlast the threats of tomorrow. Quantum Shield safeguards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7CD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today, against the computers of the future."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1071</Words>
  <Application>Microsoft Office PowerPoint</Application>
  <PresentationFormat>Widescreen</PresentationFormat>
  <Paragraphs>261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13</cp:revision>
  <dcterms:created xsi:type="dcterms:W3CDTF">2026-08-03T04:18:05Z</dcterms:created>
  <dcterms:modified xsi:type="dcterms:W3CDTF">2026-09-04T04:33:53Z</dcterms:modified>
</cp:coreProperties>
</file>